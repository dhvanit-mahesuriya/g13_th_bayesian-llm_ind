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56" r:id="rId2"/>
    <p:sldId id="257" r:id="rId3"/>
    <p:sldId id="281" r:id="rId4"/>
    <p:sldId id="258" r:id="rId5"/>
    <p:sldId id="280" r:id="rId6"/>
    <p:sldId id="271" r:id="rId7"/>
    <p:sldId id="272" r:id="rId8"/>
    <p:sldId id="273" r:id="rId9"/>
  </p:sldIdLst>
  <p:sldSz cx="12192000" cy="6858000"/>
  <p:notesSz cx="6858000" cy="9144000"/>
  <p:embeddedFontLst>
    <p:embeddedFont>
      <p:font typeface="Helvetica Neue" panose="020B0604020202020204" charset="0"/>
      <p:regular r:id="rId11"/>
      <p:bold r:id="rId12"/>
      <p:italic r:id="rId13"/>
      <p:boldItalic r:id="rId14"/>
    </p:embeddedFont>
    <p:embeddedFont>
      <p:font typeface="Helvetica Neue Light" panose="020B060402020202020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gRVHjVbj1lhEoNqSSM/qroEJQ2I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4965262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f0f4ca3a9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6" name="Google Shape;86;g3f0f4ca3a9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0209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8409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7505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1104FC3-35CB-9B50-891F-0747C1C6CDC9}"/>
            </a:ext>
          </a:extLst>
        </p:cNvPr>
        <p:cNvGrpSpPr/>
        <p:nvPr/>
      </p:nvGrpSpPr>
      <p:grpSpPr>
        <a:xfrm>
          <a:off x="0" y="0"/>
          <a:ext cx="0" cy="0"/>
          <a:chOff x="0" y="0"/>
          <a:chExt cx="0" cy="0"/>
        </a:xfrm>
      </p:grpSpPr>
      <p:sp>
        <p:nvSpPr>
          <p:cNvPr id="105" name="Google Shape;105;p3:notes">
            <a:extLst>
              <a:ext uri="{FF2B5EF4-FFF2-40B4-BE49-F238E27FC236}">
                <a16:creationId xmlns:a16="http://schemas.microsoft.com/office/drawing/2014/main" id="{948E327C-0BA7-6B60-5E5C-FB799E5B686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a:extLst>
              <a:ext uri="{FF2B5EF4-FFF2-40B4-BE49-F238E27FC236}">
                <a16:creationId xmlns:a16="http://schemas.microsoft.com/office/drawing/2014/main" id="{E44526B4-2925-93BF-1F89-AD2B0C1379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3858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02" name="Google Shape;40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71760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97939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rgbClr val="801B19"/>
        </a:solidFill>
        <a:effectLst/>
      </p:bgPr>
    </p:bg>
    <p:spTree>
      <p:nvGrpSpPr>
        <p:cNvPr id="1" name="Shape 18"/>
        <p:cNvGrpSpPr/>
        <p:nvPr/>
      </p:nvGrpSpPr>
      <p:grpSpPr>
        <a:xfrm>
          <a:off x="0" y="0"/>
          <a:ext cx="0" cy="0"/>
          <a:chOff x="0" y="0"/>
          <a:chExt cx="0" cy="0"/>
        </a:xfrm>
      </p:grpSpPr>
      <p:sp>
        <p:nvSpPr>
          <p:cNvPr id="19" name="Google Shape;19;p20"/>
          <p:cNvSpPr txBox="1">
            <a:spLocks noGrp="1"/>
          </p:cNvSpPr>
          <p:nvPr>
            <p:ph type="title"/>
          </p:nvPr>
        </p:nvSpPr>
        <p:spPr>
          <a:xfrm>
            <a:off x="844150" y="3874808"/>
            <a:ext cx="10515600" cy="835416"/>
          </a:xfrm>
          <a:prstGeom prst="rect">
            <a:avLst/>
          </a:prstGeom>
          <a:noFill/>
          <a:ln>
            <a:noFill/>
          </a:ln>
        </p:spPr>
        <p:txBody>
          <a:bodyPr spcFirstLastPara="1" wrap="square" lIns="91425" tIns="45700" rIns="91425" bIns="45700" anchor="t" anchorCtr="1">
            <a:noAutofit/>
          </a:bodyPr>
          <a:lstStyle>
            <a:lvl1pPr lvl="0" algn="l">
              <a:lnSpc>
                <a:spcPct val="90000"/>
              </a:lnSpc>
              <a:spcBef>
                <a:spcPts val="0"/>
              </a:spcBef>
              <a:spcAft>
                <a:spcPts val="0"/>
              </a:spcAft>
              <a:buClr>
                <a:schemeClr val="lt1"/>
              </a:buClr>
              <a:buSzPts val="3400"/>
              <a:buFont typeface="Helvetica Neue"/>
              <a:buNone/>
              <a:defRPr sz="3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0" name="Google Shape;20;p20"/>
          <p:cNvPicPr preferRelativeResize="0"/>
          <p:nvPr/>
        </p:nvPicPr>
        <p:blipFill rotWithShape="1">
          <a:blip r:embed="rId2">
            <a:alphaModFix/>
          </a:blip>
          <a:srcRect/>
          <a:stretch/>
        </p:blipFill>
        <p:spPr>
          <a:xfrm>
            <a:off x="4042932" y="1479396"/>
            <a:ext cx="4106136" cy="134772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594303" y="266700"/>
            <a:ext cx="10515600" cy="13255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000"/>
              <a:buFont typeface="Helvetica Neue"/>
              <a:buNone/>
              <a:defRPr sz="4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1"/>
          <p:cNvSpPr txBox="1">
            <a:spLocks noGrp="1"/>
          </p:cNvSpPr>
          <p:nvPr>
            <p:ph type="body" idx="1"/>
          </p:nvPr>
        </p:nvSpPr>
        <p:spPr>
          <a:xfrm>
            <a:off x="582427" y="1768950"/>
            <a:ext cx="10515600" cy="4351338"/>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Font typeface="Helvetica Neue Light"/>
              <a:buChar char="•"/>
              <a:defRPr sz="2400"/>
            </a:lvl1pPr>
            <a:lvl2pPr marL="914400" lvl="1" indent="-355600" algn="l">
              <a:lnSpc>
                <a:spcPct val="90000"/>
              </a:lnSpc>
              <a:spcBef>
                <a:spcPts val="500"/>
              </a:spcBef>
              <a:spcAft>
                <a:spcPts val="0"/>
              </a:spcAft>
              <a:buClr>
                <a:schemeClr val="dk1"/>
              </a:buClr>
              <a:buSzPts val="2000"/>
              <a:buFont typeface="Helvetica Neue Light"/>
              <a:buChar char="•"/>
              <a:defRPr sz="2000"/>
            </a:lvl2pPr>
            <a:lvl3pPr marL="1371600" lvl="2" indent="-342900" algn="l">
              <a:lnSpc>
                <a:spcPct val="90000"/>
              </a:lnSpc>
              <a:spcBef>
                <a:spcPts val="500"/>
              </a:spcBef>
              <a:spcAft>
                <a:spcPts val="0"/>
              </a:spcAft>
              <a:buClr>
                <a:schemeClr val="dk1"/>
              </a:buClr>
              <a:buSzPts val="1800"/>
              <a:buFont typeface="Helvetica Neue Light"/>
              <a:buChar char="•"/>
              <a:defRPr sz="1800"/>
            </a:lvl3pPr>
            <a:lvl4pPr marL="1828800" lvl="3" indent="-330200" algn="l">
              <a:lnSpc>
                <a:spcPct val="90000"/>
              </a:lnSpc>
              <a:spcBef>
                <a:spcPts val="500"/>
              </a:spcBef>
              <a:spcAft>
                <a:spcPts val="0"/>
              </a:spcAft>
              <a:buClr>
                <a:schemeClr val="dk1"/>
              </a:buClr>
              <a:buSzPts val="1600"/>
              <a:buFont typeface="Helvetica Neue Light"/>
              <a:buChar char="•"/>
              <a:defRPr sz="1600"/>
            </a:lvl4pPr>
            <a:lvl5pPr marL="2286000" lvl="4" indent="-330200" algn="l">
              <a:lnSpc>
                <a:spcPct val="90000"/>
              </a:lnSpc>
              <a:spcBef>
                <a:spcPts val="500"/>
              </a:spcBef>
              <a:spcAft>
                <a:spcPts val="0"/>
              </a:spcAft>
              <a:buClr>
                <a:schemeClr val="dk1"/>
              </a:buClr>
              <a:buSzPts val="1600"/>
              <a:buFont typeface="Helvetica Neue Light"/>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1"/>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IN"/>
              <a:t>|</a:t>
            </a:r>
            <a:r>
              <a:rPr lang="en-IN" b="0"/>
              <a:t>  </a:t>
            </a:r>
            <a:fld id="{00000000-1234-1234-1234-123412341234}" type="slidenum">
              <a:rPr lang="en-IN" b="0"/>
              <a:t>‹#›</a:t>
            </a:fld>
            <a:endParaRPr b="0"/>
          </a:p>
        </p:txBody>
      </p:sp>
      <p:sp>
        <p:nvSpPr>
          <p:cNvPr id="25" name="Google Shape;25;p21"/>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6" name="Google Shape;26;p21"/>
          <p:cNvPicPr preferRelativeResize="0"/>
          <p:nvPr/>
        </p:nvPicPr>
        <p:blipFill rotWithShape="1">
          <a:blip r:embed="rId2">
            <a:alphaModFix/>
          </a:blip>
          <a:srcRect l="29654" t="38312" r="29481" b="38397"/>
          <a:stretch/>
        </p:blipFill>
        <p:spPr>
          <a:xfrm>
            <a:off x="358814" y="6038948"/>
            <a:ext cx="1365812" cy="59899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73">
          <p15:clr>
            <a:srgbClr val="FBAE40"/>
          </p15:clr>
        </p15:guide>
        <p15:guide id="2" pos="3840">
          <p15:clr>
            <a:srgbClr val="FBAE40"/>
          </p15:clr>
        </p15:guide>
        <p15:guide id="3" orient="horz" pos="4247">
          <p15:clr>
            <a:srgbClr val="FBAE40"/>
          </p15:clr>
        </p15:guide>
        <p15:guide id="4" orient="horz" pos="164">
          <p15:clr>
            <a:srgbClr val="FBAE40"/>
          </p15:clr>
        </p15:guide>
        <p15:guide id="5" orient="horz" pos="1003">
          <p15:clr>
            <a:srgbClr val="FBAE40"/>
          </p15:clr>
        </p15:guide>
        <p15:guide id="6" pos="121">
          <p15:clr>
            <a:srgbClr val="FBAE40"/>
          </p15:clr>
        </p15:guide>
        <p15:guide id="7" pos="370">
          <p15:clr>
            <a:srgbClr val="FBAE40"/>
          </p15:clr>
        </p15:guide>
        <p15:guide id="8" orient="horz" pos="1117">
          <p15:clr>
            <a:srgbClr val="FBAE40"/>
          </p15:clr>
        </p15:guide>
        <p15:guide id="9" pos="6992">
          <p15:clr>
            <a:srgbClr val="FBAE40"/>
          </p15:clr>
        </p15:guide>
        <p15:guide id="10" orient="horz" pos="3861">
          <p15:clr>
            <a:srgbClr val="FBAE40"/>
          </p15:clr>
        </p15:guide>
        <p15:guide id="11" pos="7559">
          <p15:clr>
            <a:srgbClr val="FBAE40"/>
          </p15:clr>
        </p15:guide>
        <p15:guide id="12" orient="horz" pos="3952">
          <p15:clr>
            <a:srgbClr val="FBAE40"/>
          </p15:clr>
        </p15:guide>
        <p15:guide id="13" orient="horz" pos="4201">
          <p15:clr>
            <a:srgbClr val="FBAE40"/>
          </p15:clr>
        </p15:guide>
        <p15:guide id="14" orient="horz" pos="411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5400"/>
              <a:buFont typeface="Helvetica Neue"/>
              <a:buNone/>
              <a:defRPr sz="5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000"/>
              <a:buFont typeface="Helvetica Neue Light"/>
              <a:buNone/>
              <a:defRPr sz="2000" b="0" i="0">
                <a:solidFill>
                  <a:srgbClr val="888888"/>
                </a:solidFill>
                <a:latin typeface="Helvetica Neue Light"/>
                <a:ea typeface="Helvetica Neue Light"/>
                <a:cs typeface="Helvetica Neue Light"/>
                <a:sym typeface="Helvetica Neue Light"/>
              </a:defRPr>
            </a:lvl1pPr>
            <a:lvl2pPr marL="914400" lvl="1" indent="-228600" algn="l">
              <a:lnSpc>
                <a:spcPct val="90000"/>
              </a:lnSpc>
              <a:spcBef>
                <a:spcPts val="500"/>
              </a:spcBef>
              <a:spcAft>
                <a:spcPts val="0"/>
              </a:spcAft>
              <a:buClr>
                <a:srgbClr val="888888"/>
              </a:buClr>
              <a:buSzPts val="2000"/>
              <a:buFont typeface="Helvetica Neue Light"/>
              <a:buNone/>
              <a:defRPr sz="2000">
                <a:solidFill>
                  <a:srgbClr val="888888"/>
                </a:solidFill>
              </a:defRPr>
            </a:lvl2pPr>
            <a:lvl3pPr marL="1371600" lvl="2" indent="-228600" algn="l">
              <a:lnSpc>
                <a:spcPct val="90000"/>
              </a:lnSpc>
              <a:spcBef>
                <a:spcPts val="500"/>
              </a:spcBef>
              <a:spcAft>
                <a:spcPts val="0"/>
              </a:spcAft>
              <a:buClr>
                <a:srgbClr val="888888"/>
              </a:buClr>
              <a:buSzPts val="1800"/>
              <a:buFont typeface="Helvetica Neue Light"/>
              <a:buNone/>
              <a:defRPr sz="1800">
                <a:solidFill>
                  <a:srgbClr val="888888"/>
                </a:solidFill>
              </a:defRPr>
            </a:lvl3pPr>
            <a:lvl4pPr marL="1828800" lvl="3" indent="-228600" algn="l">
              <a:lnSpc>
                <a:spcPct val="90000"/>
              </a:lnSpc>
              <a:spcBef>
                <a:spcPts val="500"/>
              </a:spcBef>
              <a:spcAft>
                <a:spcPts val="0"/>
              </a:spcAft>
              <a:buClr>
                <a:srgbClr val="888888"/>
              </a:buClr>
              <a:buSzPts val="1600"/>
              <a:buFont typeface="Helvetica Neue Light"/>
              <a:buNone/>
              <a:defRPr sz="1600">
                <a:solidFill>
                  <a:srgbClr val="888888"/>
                </a:solidFill>
              </a:defRPr>
            </a:lvl4pPr>
            <a:lvl5pPr marL="2286000" lvl="4" indent="-228600" algn="l">
              <a:lnSpc>
                <a:spcPct val="90000"/>
              </a:lnSpc>
              <a:spcBef>
                <a:spcPts val="500"/>
              </a:spcBef>
              <a:spcAft>
                <a:spcPts val="0"/>
              </a:spcAft>
              <a:buClr>
                <a:srgbClr val="888888"/>
              </a:buClr>
              <a:buSzPts val="1600"/>
              <a:buFont typeface="Helvetica Neue Light"/>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2"/>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IN"/>
              <a:t>|</a:t>
            </a:r>
            <a:r>
              <a:rPr lang="en-IN" b="0"/>
              <a:t>  </a:t>
            </a:r>
            <a:fld id="{00000000-1234-1234-1234-123412341234}" type="slidenum">
              <a:rPr lang="en-IN" b="0"/>
              <a:t>‹#›</a:t>
            </a:fld>
            <a:endParaRPr b="0"/>
          </a:p>
        </p:txBody>
      </p:sp>
      <p:sp>
        <p:nvSpPr>
          <p:cNvPr id="31" name="Google Shape;31;p22"/>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32" name="Google Shape;32;p22"/>
          <p:cNvPicPr preferRelativeResize="0"/>
          <p:nvPr/>
        </p:nvPicPr>
        <p:blipFill rotWithShape="1">
          <a:blip r:embed="rId2">
            <a:alphaModFix/>
          </a:blip>
          <a:srcRect l="29654" t="38312" r="29481" b="38397"/>
          <a:stretch/>
        </p:blipFill>
        <p:spPr>
          <a:xfrm>
            <a:off x="358814" y="6038948"/>
            <a:ext cx="1365812" cy="59899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3"/>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IN"/>
              <a:t>|</a:t>
            </a:r>
            <a:r>
              <a:rPr lang="en-IN" b="0"/>
              <a:t>  </a:t>
            </a:r>
            <a:fld id="{00000000-1234-1234-1234-123412341234}" type="slidenum">
              <a:rPr lang="en-IN" b="0"/>
              <a:t>‹#›</a:t>
            </a:fld>
            <a:endParaRPr b="0"/>
          </a:p>
        </p:txBody>
      </p:sp>
      <p:sp>
        <p:nvSpPr>
          <p:cNvPr id="38" name="Google Shape;38;p23"/>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39" name="Google Shape;39;p23"/>
          <p:cNvPicPr preferRelativeResize="0"/>
          <p:nvPr/>
        </p:nvPicPr>
        <p:blipFill rotWithShape="1">
          <a:blip r:embed="rId2">
            <a:alphaModFix/>
          </a:blip>
          <a:srcRect l="29654" t="38312" r="29481" b="38397"/>
          <a:stretch/>
        </p:blipFill>
        <p:spPr>
          <a:xfrm>
            <a:off x="358814" y="6038948"/>
            <a:ext cx="1365812" cy="59899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Font typeface="Helvetica Neue Light"/>
              <a:buNone/>
              <a:defRPr sz="2400" b="1"/>
            </a:lvl1pPr>
            <a:lvl2pPr marL="914400" lvl="1" indent="-228600" algn="l">
              <a:lnSpc>
                <a:spcPct val="90000"/>
              </a:lnSpc>
              <a:spcBef>
                <a:spcPts val="500"/>
              </a:spcBef>
              <a:spcAft>
                <a:spcPts val="0"/>
              </a:spcAft>
              <a:buClr>
                <a:schemeClr val="dk1"/>
              </a:buClr>
              <a:buSzPts val="2000"/>
              <a:buFont typeface="Helvetica Neue Light"/>
              <a:buNone/>
              <a:defRPr sz="2000" b="1"/>
            </a:lvl2pPr>
            <a:lvl3pPr marL="1371600" lvl="2" indent="-228600" algn="l">
              <a:lnSpc>
                <a:spcPct val="90000"/>
              </a:lnSpc>
              <a:spcBef>
                <a:spcPts val="500"/>
              </a:spcBef>
              <a:spcAft>
                <a:spcPts val="0"/>
              </a:spcAft>
              <a:buClr>
                <a:schemeClr val="dk1"/>
              </a:buClr>
              <a:buSzPts val="1800"/>
              <a:buFont typeface="Helvetica Neue Light"/>
              <a:buNone/>
              <a:defRPr sz="1800" b="1"/>
            </a:lvl3pPr>
            <a:lvl4pPr marL="1828800" lvl="3" indent="-228600" algn="l">
              <a:lnSpc>
                <a:spcPct val="90000"/>
              </a:lnSpc>
              <a:spcBef>
                <a:spcPts val="500"/>
              </a:spcBef>
              <a:spcAft>
                <a:spcPts val="0"/>
              </a:spcAft>
              <a:buClr>
                <a:schemeClr val="dk1"/>
              </a:buClr>
              <a:buSzPts val="1600"/>
              <a:buFont typeface="Helvetica Neue Light"/>
              <a:buNone/>
              <a:defRPr sz="1600" b="1"/>
            </a:lvl4pPr>
            <a:lvl5pPr marL="2286000" lvl="4" indent="-228600" algn="l">
              <a:lnSpc>
                <a:spcPct val="90000"/>
              </a:lnSpc>
              <a:spcBef>
                <a:spcPts val="500"/>
              </a:spcBef>
              <a:spcAft>
                <a:spcPts val="0"/>
              </a:spcAft>
              <a:buClr>
                <a:schemeClr val="dk1"/>
              </a:buClr>
              <a:buSzPts val="1600"/>
              <a:buFont typeface="Helvetica Neue Light"/>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Font typeface="Helvetica Neue Light"/>
              <a:buNone/>
              <a:defRPr sz="2400" b="1"/>
            </a:lvl1pPr>
            <a:lvl2pPr marL="914400" lvl="1" indent="-228600" algn="l">
              <a:lnSpc>
                <a:spcPct val="90000"/>
              </a:lnSpc>
              <a:spcBef>
                <a:spcPts val="500"/>
              </a:spcBef>
              <a:spcAft>
                <a:spcPts val="0"/>
              </a:spcAft>
              <a:buClr>
                <a:schemeClr val="dk1"/>
              </a:buClr>
              <a:buSzPts val="2000"/>
              <a:buFont typeface="Helvetica Neue Light"/>
              <a:buNone/>
              <a:defRPr sz="2000" b="1"/>
            </a:lvl2pPr>
            <a:lvl3pPr marL="1371600" lvl="2" indent="-228600" algn="l">
              <a:lnSpc>
                <a:spcPct val="90000"/>
              </a:lnSpc>
              <a:spcBef>
                <a:spcPts val="500"/>
              </a:spcBef>
              <a:spcAft>
                <a:spcPts val="0"/>
              </a:spcAft>
              <a:buClr>
                <a:schemeClr val="dk1"/>
              </a:buClr>
              <a:buSzPts val="1800"/>
              <a:buFont typeface="Helvetica Neue Light"/>
              <a:buNone/>
              <a:defRPr sz="1800" b="1"/>
            </a:lvl3pPr>
            <a:lvl4pPr marL="1828800" lvl="3" indent="-228600" algn="l">
              <a:lnSpc>
                <a:spcPct val="90000"/>
              </a:lnSpc>
              <a:spcBef>
                <a:spcPts val="500"/>
              </a:spcBef>
              <a:spcAft>
                <a:spcPts val="0"/>
              </a:spcAft>
              <a:buClr>
                <a:schemeClr val="dk1"/>
              </a:buClr>
              <a:buSzPts val="1600"/>
              <a:buFont typeface="Helvetica Neue Light"/>
              <a:buNone/>
              <a:defRPr sz="1600" b="1"/>
            </a:lvl4pPr>
            <a:lvl5pPr marL="2286000" lvl="4" indent="-228600" algn="l">
              <a:lnSpc>
                <a:spcPct val="90000"/>
              </a:lnSpc>
              <a:spcBef>
                <a:spcPts val="500"/>
              </a:spcBef>
              <a:spcAft>
                <a:spcPts val="0"/>
              </a:spcAft>
              <a:buClr>
                <a:schemeClr val="dk1"/>
              </a:buClr>
              <a:buSzPts val="1600"/>
              <a:buFont typeface="Helvetica Neue Light"/>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4"/>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IN"/>
              <a:t>|</a:t>
            </a:r>
            <a:r>
              <a:rPr lang="en-IN" b="0"/>
              <a:t>  </a:t>
            </a:r>
            <a:fld id="{00000000-1234-1234-1234-123412341234}" type="slidenum">
              <a:rPr lang="en-IN" b="0"/>
              <a:t>‹#›</a:t>
            </a:fld>
            <a:endParaRPr b="0"/>
          </a:p>
        </p:txBody>
      </p:sp>
      <p:sp>
        <p:nvSpPr>
          <p:cNvPr id="47" name="Google Shape;47;p24"/>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48" name="Google Shape;48;p24"/>
          <p:cNvPicPr preferRelativeResize="0"/>
          <p:nvPr/>
        </p:nvPicPr>
        <p:blipFill rotWithShape="1">
          <a:blip r:embed="rId2">
            <a:alphaModFix/>
          </a:blip>
          <a:srcRect l="29654" t="38312" r="29481" b="38397"/>
          <a:stretch/>
        </p:blipFill>
        <p:spPr>
          <a:xfrm>
            <a:off x="358814" y="6038948"/>
            <a:ext cx="1365812" cy="59899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000"/>
              <a:buFont typeface="Helvetica Neue"/>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5"/>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IN"/>
              <a:t>|</a:t>
            </a:r>
            <a:r>
              <a:rPr lang="en-IN" b="0"/>
              <a:t>  </a:t>
            </a:r>
            <a:fld id="{00000000-1234-1234-1234-123412341234}" type="slidenum">
              <a:rPr lang="en-IN" b="0"/>
              <a:t>‹#›</a:t>
            </a:fld>
            <a:endParaRPr b="0"/>
          </a:p>
        </p:txBody>
      </p:sp>
      <p:sp>
        <p:nvSpPr>
          <p:cNvPr id="52" name="Google Shape;52;p25"/>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3" name="Google Shape;53;p25"/>
          <p:cNvPicPr preferRelativeResize="0"/>
          <p:nvPr/>
        </p:nvPicPr>
        <p:blipFill rotWithShape="1">
          <a:blip r:embed="rId2">
            <a:alphaModFix/>
          </a:blip>
          <a:srcRect l="29654" t="38312" r="29481" b="38397"/>
          <a:stretch/>
        </p:blipFill>
        <p:spPr>
          <a:xfrm>
            <a:off x="358814" y="6038948"/>
            <a:ext cx="1365812" cy="59899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6"/>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IN"/>
              <a:t>|</a:t>
            </a:r>
            <a:r>
              <a:rPr lang="en-IN" b="0"/>
              <a:t>  </a:t>
            </a:r>
            <a:fld id="{00000000-1234-1234-1234-123412341234}" type="slidenum">
              <a:rPr lang="en-IN" b="0"/>
              <a:t>‹#›</a:t>
            </a:fld>
            <a:endParaRPr b="0"/>
          </a:p>
        </p:txBody>
      </p:sp>
      <p:sp>
        <p:nvSpPr>
          <p:cNvPr id="56" name="Google Shape;56;p26"/>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7" name="Google Shape;57;p26"/>
          <p:cNvPicPr preferRelativeResize="0"/>
          <p:nvPr/>
        </p:nvPicPr>
        <p:blipFill rotWithShape="1">
          <a:blip r:embed="rId2">
            <a:alphaModFix/>
          </a:blip>
          <a:srcRect l="29654" t="38312" r="29481" b="38397"/>
          <a:stretch/>
        </p:blipFill>
        <p:spPr>
          <a:xfrm>
            <a:off x="358814" y="6038948"/>
            <a:ext cx="1365812" cy="59899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Helvetica Neu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Font typeface="Helvetica Neue Light"/>
              <a:buChar char="•"/>
              <a:defRPr sz="3200"/>
            </a:lvl1pPr>
            <a:lvl2pPr marL="914400" lvl="1" indent="-406400" algn="l">
              <a:lnSpc>
                <a:spcPct val="90000"/>
              </a:lnSpc>
              <a:spcBef>
                <a:spcPts val="500"/>
              </a:spcBef>
              <a:spcAft>
                <a:spcPts val="0"/>
              </a:spcAft>
              <a:buClr>
                <a:schemeClr val="dk1"/>
              </a:buClr>
              <a:buSzPts val="2800"/>
              <a:buFont typeface="Helvetica Neue Light"/>
              <a:buChar char="•"/>
              <a:defRPr sz="2800"/>
            </a:lvl2pPr>
            <a:lvl3pPr marL="1371600" lvl="2" indent="-381000" algn="l">
              <a:lnSpc>
                <a:spcPct val="90000"/>
              </a:lnSpc>
              <a:spcBef>
                <a:spcPts val="500"/>
              </a:spcBef>
              <a:spcAft>
                <a:spcPts val="0"/>
              </a:spcAft>
              <a:buClr>
                <a:schemeClr val="dk1"/>
              </a:buClr>
              <a:buSzPts val="2400"/>
              <a:buFont typeface="Helvetica Neue Light"/>
              <a:buChar char="•"/>
              <a:defRPr sz="2400"/>
            </a:lvl3pPr>
            <a:lvl4pPr marL="1828800" lvl="3" indent="-355600" algn="l">
              <a:lnSpc>
                <a:spcPct val="90000"/>
              </a:lnSpc>
              <a:spcBef>
                <a:spcPts val="500"/>
              </a:spcBef>
              <a:spcAft>
                <a:spcPts val="0"/>
              </a:spcAft>
              <a:buClr>
                <a:schemeClr val="dk1"/>
              </a:buClr>
              <a:buSzPts val="2000"/>
              <a:buFont typeface="Helvetica Neue Light"/>
              <a:buChar char="•"/>
              <a:defRPr sz="2000"/>
            </a:lvl4pPr>
            <a:lvl5pPr marL="2286000" lvl="4" indent="-355600" algn="l">
              <a:lnSpc>
                <a:spcPct val="90000"/>
              </a:lnSpc>
              <a:spcBef>
                <a:spcPts val="500"/>
              </a:spcBef>
              <a:spcAft>
                <a:spcPts val="0"/>
              </a:spcAft>
              <a:buClr>
                <a:schemeClr val="dk1"/>
              </a:buClr>
              <a:buSzPts val="2000"/>
              <a:buFont typeface="Helvetica Neue Light"/>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Font typeface="Helvetica Neue Light"/>
              <a:buNone/>
              <a:defRPr sz="1600"/>
            </a:lvl1pPr>
            <a:lvl2pPr marL="914400" lvl="1" indent="-228600" algn="l">
              <a:lnSpc>
                <a:spcPct val="90000"/>
              </a:lnSpc>
              <a:spcBef>
                <a:spcPts val="500"/>
              </a:spcBef>
              <a:spcAft>
                <a:spcPts val="0"/>
              </a:spcAft>
              <a:buClr>
                <a:schemeClr val="dk1"/>
              </a:buClr>
              <a:buSzPts val="1400"/>
              <a:buFont typeface="Helvetica Neue Light"/>
              <a:buNone/>
              <a:defRPr sz="1400"/>
            </a:lvl2pPr>
            <a:lvl3pPr marL="1371600" lvl="2" indent="-228600" algn="l">
              <a:lnSpc>
                <a:spcPct val="90000"/>
              </a:lnSpc>
              <a:spcBef>
                <a:spcPts val="500"/>
              </a:spcBef>
              <a:spcAft>
                <a:spcPts val="0"/>
              </a:spcAft>
              <a:buClr>
                <a:schemeClr val="dk1"/>
              </a:buClr>
              <a:buSzPts val="1200"/>
              <a:buFont typeface="Helvetica Neue Light"/>
              <a:buNone/>
              <a:defRPr sz="1200"/>
            </a:lvl3pPr>
            <a:lvl4pPr marL="1828800" lvl="3" indent="-228600" algn="l">
              <a:lnSpc>
                <a:spcPct val="90000"/>
              </a:lnSpc>
              <a:spcBef>
                <a:spcPts val="500"/>
              </a:spcBef>
              <a:spcAft>
                <a:spcPts val="0"/>
              </a:spcAft>
              <a:buClr>
                <a:schemeClr val="dk1"/>
              </a:buClr>
              <a:buSzPts val="1000"/>
              <a:buFont typeface="Helvetica Neue Light"/>
              <a:buNone/>
              <a:defRPr sz="1000"/>
            </a:lvl4pPr>
            <a:lvl5pPr marL="2286000" lvl="4" indent="-228600" algn="l">
              <a:lnSpc>
                <a:spcPct val="90000"/>
              </a:lnSpc>
              <a:spcBef>
                <a:spcPts val="500"/>
              </a:spcBef>
              <a:spcAft>
                <a:spcPts val="0"/>
              </a:spcAft>
              <a:buClr>
                <a:schemeClr val="dk1"/>
              </a:buClr>
              <a:buSzPts val="1000"/>
              <a:buFont typeface="Helvetica Neue Light"/>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7"/>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IN"/>
              <a:t>|</a:t>
            </a:r>
            <a:r>
              <a:rPr lang="en-IN" b="0"/>
              <a:t>  </a:t>
            </a:r>
            <a:fld id="{00000000-1234-1234-1234-123412341234}" type="slidenum">
              <a:rPr lang="en-IN" b="0"/>
              <a:t>‹#›</a:t>
            </a:fld>
            <a:endParaRPr b="0"/>
          </a:p>
        </p:txBody>
      </p:sp>
      <p:sp>
        <p:nvSpPr>
          <p:cNvPr id="63" name="Google Shape;63;p27"/>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64" name="Google Shape;64;p27"/>
          <p:cNvPicPr preferRelativeResize="0"/>
          <p:nvPr/>
        </p:nvPicPr>
        <p:blipFill rotWithShape="1">
          <a:blip r:embed="rId2">
            <a:alphaModFix/>
          </a:blip>
          <a:srcRect l="29654" t="38312" r="29481" b="38397"/>
          <a:stretch/>
        </p:blipFill>
        <p:spPr>
          <a:xfrm>
            <a:off x="358814" y="6038948"/>
            <a:ext cx="1365812" cy="59899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Helvetica Neu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8"/>
          <p:cNvSpPr>
            <a:spLocks noGrp="1"/>
          </p:cNvSpPr>
          <p:nvPr>
            <p:ph type="pic" idx="2"/>
          </p:nvPr>
        </p:nvSpPr>
        <p:spPr>
          <a:xfrm>
            <a:off x="5183188" y="987425"/>
            <a:ext cx="6172200" cy="4873625"/>
          </a:xfrm>
          <a:prstGeom prst="rect">
            <a:avLst/>
          </a:prstGeom>
          <a:noFill/>
          <a:ln>
            <a:noFill/>
          </a:ln>
        </p:spPr>
      </p:sp>
      <p:sp>
        <p:nvSpPr>
          <p:cNvPr id="68" name="Google Shape;68;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Font typeface="Helvetica Neue Light"/>
              <a:buNone/>
              <a:defRPr sz="1600"/>
            </a:lvl1pPr>
            <a:lvl2pPr marL="914400" lvl="1" indent="-228600" algn="l">
              <a:lnSpc>
                <a:spcPct val="90000"/>
              </a:lnSpc>
              <a:spcBef>
                <a:spcPts val="500"/>
              </a:spcBef>
              <a:spcAft>
                <a:spcPts val="0"/>
              </a:spcAft>
              <a:buClr>
                <a:schemeClr val="dk1"/>
              </a:buClr>
              <a:buSzPts val="1400"/>
              <a:buFont typeface="Helvetica Neue Light"/>
              <a:buNone/>
              <a:defRPr sz="1400"/>
            </a:lvl2pPr>
            <a:lvl3pPr marL="1371600" lvl="2" indent="-228600" algn="l">
              <a:lnSpc>
                <a:spcPct val="90000"/>
              </a:lnSpc>
              <a:spcBef>
                <a:spcPts val="500"/>
              </a:spcBef>
              <a:spcAft>
                <a:spcPts val="0"/>
              </a:spcAft>
              <a:buClr>
                <a:schemeClr val="dk1"/>
              </a:buClr>
              <a:buSzPts val="1200"/>
              <a:buFont typeface="Helvetica Neue Light"/>
              <a:buNone/>
              <a:defRPr sz="1200"/>
            </a:lvl3pPr>
            <a:lvl4pPr marL="1828800" lvl="3" indent="-228600" algn="l">
              <a:lnSpc>
                <a:spcPct val="90000"/>
              </a:lnSpc>
              <a:spcBef>
                <a:spcPts val="500"/>
              </a:spcBef>
              <a:spcAft>
                <a:spcPts val="0"/>
              </a:spcAft>
              <a:buClr>
                <a:schemeClr val="dk1"/>
              </a:buClr>
              <a:buSzPts val="1000"/>
              <a:buFont typeface="Helvetica Neue Light"/>
              <a:buNone/>
              <a:defRPr sz="1000"/>
            </a:lvl4pPr>
            <a:lvl5pPr marL="2286000" lvl="4" indent="-228600" algn="l">
              <a:lnSpc>
                <a:spcPct val="90000"/>
              </a:lnSpc>
              <a:spcBef>
                <a:spcPts val="500"/>
              </a:spcBef>
              <a:spcAft>
                <a:spcPts val="0"/>
              </a:spcAft>
              <a:buClr>
                <a:schemeClr val="dk1"/>
              </a:buClr>
              <a:buSzPts val="1000"/>
              <a:buFont typeface="Helvetica Neue Light"/>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8"/>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IN"/>
              <a:t>|</a:t>
            </a:r>
            <a:r>
              <a:rPr lang="en-IN" b="0"/>
              <a:t>  </a:t>
            </a:r>
            <a:fld id="{00000000-1234-1234-1234-123412341234}" type="slidenum">
              <a:rPr lang="en-IN" b="0"/>
              <a:t>‹#›</a:t>
            </a:fld>
            <a:endParaRPr b="0"/>
          </a:p>
        </p:txBody>
      </p:sp>
      <p:sp>
        <p:nvSpPr>
          <p:cNvPr id="70" name="Google Shape;70;p28"/>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71" name="Google Shape;71;p28"/>
          <p:cNvPicPr preferRelativeResize="0"/>
          <p:nvPr/>
        </p:nvPicPr>
        <p:blipFill rotWithShape="1">
          <a:blip r:embed="rId2">
            <a:alphaModFix/>
          </a:blip>
          <a:srcRect l="29654" t="38312" r="29481" b="38397"/>
          <a:stretch/>
        </p:blipFill>
        <p:spPr>
          <a:xfrm>
            <a:off x="358814" y="6038948"/>
            <a:ext cx="1365812" cy="59899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000"/>
              <a:buFont typeface="Helvetica Neue"/>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9"/>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IN"/>
              <a:t>|</a:t>
            </a:r>
            <a:r>
              <a:rPr lang="en-IN" b="0"/>
              <a:t>  </a:t>
            </a:r>
            <a:fld id="{00000000-1234-1234-1234-123412341234}" type="slidenum">
              <a:rPr lang="en-IN" b="0"/>
              <a:t>‹#›</a:t>
            </a:fld>
            <a:endParaRPr b="0"/>
          </a:p>
        </p:txBody>
      </p:sp>
      <p:sp>
        <p:nvSpPr>
          <p:cNvPr id="76" name="Google Shape;76;p29"/>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77" name="Google Shape;77;p29"/>
          <p:cNvPicPr preferRelativeResize="0"/>
          <p:nvPr/>
        </p:nvPicPr>
        <p:blipFill rotWithShape="1">
          <a:blip r:embed="rId2">
            <a:alphaModFix/>
          </a:blip>
          <a:srcRect l="29654" t="38312" r="29481" b="38397"/>
          <a:stretch/>
        </p:blipFill>
        <p:spPr>
          <a:xfrm>
            <a:off x="358814" y="6038948"/>
            <a:ext cx="1365812" cy="59899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000"/>
              <a:buFont typeface="Helvetica Neue"/>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0"/>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IN"/>
              <a:t>|</a:t>
            </a:r>
            <a:r>
              <a:rPr lang="en-IN" b="0"/>
              <a:t>  </a:t>
            </a:r>
            <a:fld id="{00000000-1234-1234-1234-123412341234}" type="slidenum">
              <a:rPr lang="en-IN" b="0"/>
              <a:t>‹#›</a:t>
            </a:fld>
            <a:endParaRPr b="0"/>
          </a:p>
        </p:txBody>
      </p:sp>
      <p:sp>
        <p:nvSpPr>
          <p:cNvPr id="82" name="Google Shape;82;p30"/>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83" name="Google Shape;83;p30"/>
          <p:cNvPicPr preferRelativeResize="0"/>
          <p:nvPr/>
        </p:nvPicPr>
        <p:blipFill rotWithShape="1">
          <a:blip r:embed="rId2">
            <a:alphaModFix/>
          </a:blip>
          <a:srcRect l="29654" t="38312" r="29481" b="38397"/>
          <a:stretch/>
        </p:blipFill>
        <p:spPr>
          <a:xfrm>
            <a:off x="358814" y="6038948"/>
            <a:ext cx="1365812" cy="5989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chemeClr val="dk1"/>
              </a:buClr>
              <a:buSzPts val="4000"/>
              <a:buFont typeface="Helvetica Neue"/>
              <a:buNone/>
              <a:defRPr sz="4000" b="1" i="0" u="none" strike="noStrike" cap="none">
                <a:solidFill>
                  <a:schemeClr val="dk1"/>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Helvetica Neue Light"/>
              <a:buChar char="•"/>
              <a:defRPr sz="2800" b="0" i="0" u="none" strike="noStrike" cap="none">
                <a:solidFill>
                  <a:schemeClr val="dk1"/>
                </a:solidFill>
                <a:latin typeface="Helvetica Neue Light"/>
                <a:ea typeface="Helvetica Neue Light"/>
                <a:cs typeface="Helvetica Neue Light"/>
                <a:sym typeface="Helvetica Neue Light"/>
              </a:defRPr>
            </a:lvl1pPr>
            <a:lvl2pPr marL="914400" marR="0" lvl="1" indent="-381000" algn="l" rtl="0">
              <a:lnSpc>
                <a:spcPct val="90000"/>
              </a:lnSpc>
              <a:spcBef>
                <a:spcPts val="500"/>
              </a:spcBef>
              <a:spcAft>
                <a:spcPts val="0"/>
              </a:spcAft>
              <a:buClr>
                <a:schemeClr val="dk1"/>
              </a:buClr>
              <a:buSzPts val="2400"/>
              <a:buFont typeface="Helvetica Neue Light"/>
              <a:buChar char="•"/>
              <a:defRPr sz="2400" b="0" i="0" u="none" strike="noStrike" cap="none">
                <a:solidFill>
                  <a:schemeClr val="dk1"/>
                </a:solidFill>
                <a:latin typeface="Helvetica Neue Light"/>
                <a:ea typeface="Helvetica Neue Light"/>
                <a:cs typeface="Helvetica Neue Light"/>
                <a:sym typeface="Helvetica Neue Light"/>
              </a:defRPr>
            </a:lvl2pPr>
            <a:lvl3pPr marL="1371600" marR="0" lvl="2" indent="-355600" algn="l" rtl="0">
              <a:lnSpc>
                <a:spcPct val="90000"/>
              </a:lnSpc>
              <a:spcBef>
                <a:spcPts val="500"/>
              </a:spcBef>
              <a:spcAft>
                <a:spcPts val="0"/>
              </a:spcAft>
              <a:buClr>
                <a:schemeClr val="dk1"/>
              </a:buClr>
              <a:buSzPts val="2000"/>
              <a:buFont typeface="Helvetica Neue Light"/>
              <a:buChar char="•"/>
              <a:defRPr sz="2000" b="0" i="0" u="none" strike="noStrike" cap="none">
                <a:solidFill>
                  <a:schemeClr val="dk1"/>
                </a:solidFill>
                <a:latin typeface="Helvetica Neue Light"/>
                <a:ea typeface="Helvetica Neue Light"/>
                <a:cs typeface="Helvetica Neue Light"/>
                <a:sym typeface="Helvetica Neue Light"/>
              </a:defRPr>
            </a:lvl3pPr>
            <a:lvl4pPr marL="1828800" marR="0" lvl="3" indent="-342900" algn="l" rtl="0">
              <a:lnSpc>
                <a:spcPct val="90000"/>
              </a:lnSpc>
              <a:spcBef>
                <a:spcPts val="500"/>
              </a:spcBef>
              <a:spcAft>
                <a:spcPts val="0"/>
              </a:spcAft>
              <a:buClr>
                <a:schemeClr val="dk1"/>
              </a:buClr>
              <a:buSzPts val="1800"/>
              <a:buFont typeface="Helvetica Neue Light"/>
              <a:buChar char="•"/>
              <a:defRPr sz="1800" b="0" i="0" u="none" strike="noStrike" cap="none">
                <a:solidFill>
                  <a:schemeClr val="dk1"/>
                </a:solidFill>
                <a:latin typeface="Helvetica Neue Light"/>
                <a:ea typeface="Helvetica Neue Light"/>
                <a:cs typeface="Helvetica Neue Light"/>
                <a:sym typeface="Helvetica Neue Light"/>
              </a:defRPr>
            </a:lvl4pPr>
            <a:lvl5pPr marL="2286000" marR="0" lvl="4" indent="-342900" algn="l" rtl="0">
              <a:lnSpc>
                <a:spcPct val="90000"/>
              </a:lnSpc>
              <a:spcBef>
                <a:spcPts val="500"/>
              </a:spcBef>
              <a:spcAft>
                <a:spcPts val="0"/>
              </a:spcAft>
              <a:buClr>
                <a:schemeClr val="dk1"/>
              </a:buClr>
              <a:buSzPts val="1800"/>
              <a:buFont typeface="Helvetica Neue Light"/>
              <a:buChar char="•"/>
              <a:defRPr sz="1800" b="0" i="0" u="none" strike="noStrike" cap="none">
                <a:solidFill>
                  <a:schemeClr val="dk1"/>
                </a:solidFill>
                <a:latin typeface="Helvetica Neue Light"/>
                <a:ea typeface="Helvetica Neue Light"/>
                <a:cs typeface="Helvetica Neue Light"/>
                <a:sym typeface="Helvetica Neue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12" name="Google Shape;12;p19"/>
          <p:cNvGrpSpPr/>
          <p:nvPr/>
        </p:nvGrpSpPr>
        <p:grpSpPr>
          <a:xfrm>
            <a:off x="0" y="6756400"/>
            <a:ext cx="12192000" cy="105496"/>
            <a:chOff x="0" y="6756400"/>
            <a:chExt cx="12192000" cy="105496"/>
          </a:xfrm>
        </p:grpSpPr>
        <p:pic>
          <p:nvPicPr>
            <p:cNvPr id="13" name="Google Shape;13;p19"/>
            <p:cNvPicPr preferRelativeResize="0"/>
            <p:nvPr/>
          </p:nvPicPr>
          <p:blipFill rotWithShape="1">
            <a:blip r:embed="rId13">
              <a:alphaModFix/>
            </a:blip>
            <a:srcRect/>
            <a:stretch/>
          </p:blipFill>
          <p:spPr>
            <a:xfrm>
              <a:off x="1524000" y="6756400"/>
              <a:ext cx="9144000" cy="101600"/>
            </a:xfrm>
            <a:prstGeom prst="rect">
              <a:avLst/>
            </a:prstGeom>
            <a:noFill/>
            <a:ln>
              <a:noFill/>
            </a:ln>
          </p:spPr>
        </p:pic>
        <p:pic>
          <p:nvPicPr>
            <p:cNvPr id="14" name="Google Shape;14;p19"/>
            <p:cNvPicPr preferRelativeResize="0"/>
            <p:nvPr/>
          </p:nvPicPr>
          <p:blipFill rotWithShape="1">
            <a:blip r:embed="rId13">
              <a:alphaModFix/>
            </a:blip>
            <a:srcRect r="71580" b="15585"/>
            <a:stretch/>
          </p:blipFill>
          <p:spPr>
            <a:xfrm>
              <a:off x="0" y="6756400"/>
              <a:ext cx="2598717" cy="101600"/>
            </a:xfrm>
            <a:prstGeom prst="rect">
              <a:avLst/>
            </a:prstGeom>
            <a:noFill/>
            <a:ln>
              <a:noFill/>
            </a:ln>
          </p:spPr>
        </p:pic>
        <p:pic>
          <p:nvPicPr>
            <p:cNvPr id="15" name="Google Shape;15;p19"/>
            <p:cNvPicPr preferRelativeResize="0"/>
            <p:nvPr/>
          </p:nvPicPr>
          <p:blipFill rotWithShape="1">
            <a:blip r:embed="rId13">
              <a:alphaModFix/>
            </a:blip>
            <a:srcRect r="71580" b="15585"/>
            <a:stretch/>
          </p:blipFill>
          <p:spPr>
            <a:xfrm>
              <a:off x="9593283" y="6756400"/>
              <a:ext cx="2598717" cy="105496"/>
            </a:xfrm>
            <a:prstGeom prst="rect">
              <a:avLst/>
            </a:prstGeom>
            <a:noFill/>
            <a:ln>
              <a:noFill/>
            </a:ln>
          </p:spPr>
        </p:pic>
      </p:grpSp>
      <p:sp>
        <p:nvSpPr>
          <p:cNvPr id="16" name="Google Shape;16;p19"/>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marR="0" lvl="1"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marR="0" lvl="2"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marR="0" lvl="3"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marR="0" lvl="4"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marR="0" lvl="5"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marR="0" lvl="6"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marR="0" lvl="7"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marR="0" lvl="8" indent="0" algn="r" rtl="0">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IN"/>
              <a:t>|</a:t>
            </a:r>
            <a:r>
              <a:rPr lang="en-IN" b="0"/>
              <a:t>  </a:t>
            </a:r>
            <a:fld id="{00000000-1234-1234-1234-123412341234}" type="slidenum">
              <a:rPr lang="en-IN" b="0"/>
              <a:t>‹#›</a:t>
            </a:fld>
            <a:endParaRPr b="0"/>
          </a:p>
        </p:txBody>
      </p:sp>
      <p:sp>
        <p:nvSpPr>
          <p:cNvPr id="17" name="Google Shape;17;p19"/>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rgbClr val="7F7F7F"/>
                </a:solidFill>
                <a:latin typeface="Helvetica Neue Light"/>
                <a:ea typeface="Helvetica Neue Light"/>
                <a:cs typeface="Helvetica Neue Light"/>
                <a:sym typeface="Helvetica Neue Light"/>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g3f0f4ca3a9d_0_0"/>
          <p:cNvSpPr txBox="1">
            <a:spLocks noGrp="1"/>
          </p:cNvSpPr>
          <p:nvPr>
            <p:ph type="title"/>
          </p:nvPr>
        </p:nvSpPr>
        <p:spPr>
          <a:xfrm>
            <a:off x="1976284" y="3911186"/>
            <a:ext cx="7914967" cy="1285500"/>
          </a:xfrm>
          <a:prstGeom prst="rect">
            <a:avLst/>
          </a:prstGeom>
          <a:noFill/>
          <a:ln>
            <a:noFill/>
          </a:ln>
        </p:spPr>
        <p:txBody>
          <a:bodyPr spcFirstLastPara="1" wrap="square" lIns="91425" tIns="45700" rIns="91425" bIns="45700" anchor="t" anchorCtr="1">
            <a:noAutofit/>
          </a:bodyPr>
          <a:lstStyle/>
          <a:p>
            <a:pPr marL="0" marR="0" lvl="0" indent="0" algn="ctr" rtl="0">
              <a:lnSpc>
                <a:spcPct val="90000"/>
              </a:lnSpc>
              <a:spcBef>
                <a:spcPts val="0"/>
              </a:spcBef>
              <a:spcAft>
                <a:spcPts val="0"/>
              </a:spcAft>
              <a:buClr>
                <a:schemeClr val="lt1"/>
              </a:buClr>
              <a:buSzPts val="2600"/>
              <a:buFont typeface="Helvetica Neue"/>
              <a:buNone/>
            </a:pPr>
            <a:r>
              <a:rPr lang="en-IN" sz="2667" b="0" i="0" u="none" strike="noStrike" cap="none" dirty="0">
                <a:solidFill>
                  <a:schemeClr val="dk1"/>
                </a:solidFill>
                <a:latin typeface="Times New Roman"/>
                <a:ea typeface="Times New Roman"/>
                <a:cs typeface="Times New Roman"/>
                <a:sym typeface="Times New Roman"/>
              </a:rPr>
              <a:t>Student: D</a:t>
            </a:r>
            <a:r>
              <a:rPr lang="en-IN" sz="2667" b="0" dirty="0">
                <a:solidFill>
                  <a:schemeClr val="dk1"/>
                </a:solidFill>
                <a:latin typeface="Times New Roman"/>
                <a:ea typeface="Times New Roman"/>
                <a:cs typeface="Times New Roman"/>
                <a:sym typeface="Times New Roman"/>
              </a:rPr>
              <a:t>hvanit Mahesuriya</a:t>
            </a:r>
            <a:br>
              <a:rPr lang="en-IN" sz="2667" b="0" dirty="0">
                <a:solidFill>
                  <a:schemeClr val="dk1"/>
                </a:solidFill>
                <a:latin typeface="Times New Roman"/>
                <a:ea typeface="Times New Roman"/>
                <a:cs typeface="Times New Roman"/>
                <a:sym typeface="Times New Roman"/>
              </a:rPr>
            </a:br>
            <a:r>
              <a:rPr lang="en-IN" sz="2667" b="0" dirty="0">
                <a:solidFill>
                  <a:schemeClr val="dk1"/>
                </a:solidFill>
                <a:latin typeface="Times New Roman"/>
                <a:ea typeface="Times New Roman"/>
                <a:cs typeface="Times New Roman"/>
                <a:sym typeface="Times New Roman"/>
              </a:rPr>
              <a:t>(AU2440039)</a:t>
            </a:r>
            <a:br>
              <a:rPr lang="en-IN" sz="2667" b="0" dirty="0">
                <a:solidFill>
                  <a:schemeClr val="dk1"/>
                </a:solidFill>
                <a:latin typeface="Times New Roman"/>
                <a:ea typeface="Times New Roman"/>
                <a:cs typeface="Times New Roman"/>
                <a:sym typeface="Times New Roman"/>
              </a:rPr>
            </a:br>
            <a:r>
              <a:rPr lang="en-IN" sz="2667" b="0" dirty="0">
                <a:solidFill>
                  <a:schemeClr val="dk1"/>
                </a:solidFill>
                <a:latin typeface="Times New Roman"/>
                <a:ea typeface="Times New Roman"/>
                <a:cs typeface="Times New Roman"/>
                <a:sym typeface="Times New Roman"/>
              </a:rPr>
              <a:t>Programme: </a:t>
            </a:r>
            <a:r>
              <a:rPr lang="en-IN" sz="2667" b="0" dirty="0" err="1">
                <a:solidFill>
                  <a:schemeClr val="dk1"/>
                </a:solidFill>
                <a:latin typeface="Times New Roman"/>
                <a:ea typeface="Times New Roman"/>
                <a:cs typeface="Times New Roman"/>
                <a:sym typeface="Times New Roman"/>
              </a:rPr>
              <a:t>B.Tech</a:t>
            </a:r>
            <a:r>
              <a:rPr lang="en-IN" sz="2667" b="0" dirty="0">
                <a:solidFill>
                  <a:schemeClr val="dk1"/>
                </a:solidFill>
                <a:latin typeface="Times New Roman"/>
                <a:ea typeface="Times New Roman"/>
                <a:cs typeface="Times New Roman"/>
                <a:sym typeface="Times New Roman"/>
              </a:rPr>
              <a:t> CSE</a:t>
            </a:r>
            <a:br>
              <a:rPr lang="en-IN" sz="2667" b="0" dirty="0">
                <a:solidFill>
                  <a:schemeClr val="dk1"/>
                </a:solidFill>
                <a:latin typeface="Times New Roman"/>
                <a:ea typeface="Times New Roman"/>
                <a:cs typeface="Times New Roman"/>
                <a:sym typeface="Times New Roman"/>
              </a:rPr>
            </a:br>
            <a:r>
              <a:rPr lang="en-IN" sz="2667" b="0" dirty="0">
                <a:solidFill>
                  <a:schemeClr val="dk1"/>
                </a:solidFill>
                <a:latin typeface="Times New Roman"/>
                <a:ea typeface="Times New Roman"/>
                <a:cs typeface="Times New Roman"/>
                <a:sym typeface="Times New Roman"/>
              </a:rPr>
              <a:t>Domain: Bayesian LLM reasoning</a:t>
            </a:r>
            <a:br>
              <a:rPr lang="en-IN" sz="2667" b="0" dirty="0">
                <a:solidFill>
                  <a:schemeClr val="dk1"/>
                </a:solidFill>
                <a:latin typeface="Times New Roman"/>
                <a:ea typeface="Times New Roman"/>
                <a:cs typeface="Times New Roman"/>
                <a:sym typeface="Times New Roman"/>
              </a:rPr>
            </a:br>
            <a:r>
              <a:rPr lang="en-IN" sz="2667" b="0" dirty="0">
                <a:solidFill>
                  <a:schemeClr val="dk1"/>
                </a:solidFill>
                <a:latin typeface="Times New Roman"/>
                <a:ea typeface="Times New Roman"/>
                <a:cs typeface="Times New Roman"/>
                <a:sym typeface="Times New Roman"/>
              </a:rPr>
              <a:t>Date: 15</a:t>
            </a:r>
            <a:r>
              <a:rPr lang="en-IN" sz="2667" b="0" baseline="30000" dirty="0">
                <a:solidFill>
                  <a:schemeClr val="dk1"/>
                </a:solidFill>
                <a:latin typeface="Times New Roman"/>
                <a:ea typeface="Times New Roman"/>
                <a:cs typeface="Times New Roman"/>
                <a:sym typeface="Times New Roman"/>
              </a:rPr>
              <a:t>th</a:t>
            </a:r>
            <a:r>
              <a:rPr lang="en-IN" sz="2667" b="0" dirty="0">
                <a:solidFill>
                  <a:schemeClr val="dk1"/>
                </a:solidFill>
                <a:latin typeface="Times New Roman"/>
                <a:ea typeface="Times New Roman"/>
                <a:cs typeface="Times New Roman"/>
                <a:sym typeface="Times New Roman"/>
              </a:rPr>
              <a:t> September 2026</a:t>
            </a:r>
            <a:endParaRPr sz="2667" b="0" i="0" u="none" strike="noStrike" cap="none" dirty="0">
              <a:solidFill>
                <a:schemeClr val="dk1"/>
              </a:solidFill>
              <a:latin typeface="Times New Roman"/>
              <a:ea typeface="Times New Roman"/>
              <a:cs typeface="Times New Roman"/>
              <a:sym typeface="Times New Roman"/>
            </a:endParaRPr>
          </a:p>
          <a:p>
            <a:pPr marL="0" marR="0" lvl="0" indent="0" algn="ctr" rtl="0">
              <a:lnSpc>
                <a:spcPct val="90000"/>
              </a:lnSpc>
              <a:spcBef>
                <a:spcPts val="0"/>
              </a:spcBef>
              <a:spcAft>
                <a:spcPts val="0"/>
              </a:spcAft>
              <a:buClr>
                <a:schemeClr val="lt1"/>
              </a:buClr>
              <a:buSzPts val="2600"/>
              <a:buFont typeface="Helvetica Neue"/>
              <a:buNone/>
            </a:pPr>
            <a:r>
              <a:rPr lang="en-IN" sz="2650" b="0" i="0" u="none" strike="noStrike" cap="none" dirty="0">
                <a:solidFill>
                  <a:srgbClr val="000000"/>
                </a:solidFill>
                <a:latin typeface="Times New Roman"/>
                <a:ea typeface="Times New Roman"/>
                <a:cs typeface="Times New Roman"/>
                <a:sym typeface="Times New Roman"/>
              </a:rPr>
              <a:t> </a:t>
            </a:r>
            <a:endParaRPr sz="2650" b="0" i="0" u="none" strike="noStrike" cap="none" dirty="0">
              <a:solidFill>
                <a:schemeClr val="dk1"/>
              </a:solidFill>
              <a:latin typeface="Helvetica Neue Light"/>
              <a:ea typeface="Helvetica Neue Light"/>
              <a:cs typeface="Helvetica Neue Light"/>
              <a:sym typeface="Helvetica Neue Light"/>
            </a:endParaRPr>
          </a:p>
          <a:p>
            <a:pPr marL="0" marR="0" lvl="0" indent="0" algn="ctr" rtl="0">
              <a:lnSpc>
                <a:spcPct val="90000"/>
              </a:lnSpc>
              <a:spcBef>
                <a:spcPts val="0"/>
              </a:spcBef>
              <a:spcAft>
                <a:spcPts val="0"/>
              </a:spcAft>
              <a:buClr>
                <a:schemeClr val="lt1"/>
              </a:buClr>
              <a:buSzPts val="2600"/>
              <a:buFont typeface="Helvetica Neue"/>
              <a:buNone/>
            </a:pPr>
            <a:endParaRPr sz="1867" b="0" i="0" u="none" strike="noStrike" cap="none" dirty="0">
              <a:solidFill>
                <a:srgbClr val="0000FF"/>
              </a:solidFill>
              <a:latin typeface="Times New Roman"/>
              <a:ea typeface="Times New Roman"/>
              <a:cs typeface="Times New Roman"/>
              <a:sym typeface="Times New Roman"/>
            </a:endParaRPr>
          </a:p>
        </p:txBody>
      </p:sp>
      <p:pic>
        <p:nvPicPr>
          <p:cNvPr id="89" name="Google Shape;89;g3f0f4ca3a9d_0_0"/>
          <p:cNvPicPr preferRelativeResize="0"/>
          <p:nvPr/>
        </p:nvPicPr>
        <p:blipFill rotWithShape="1">
          <a:blip r:embed="rId3">
            <a:alphaModFix/>
          </a:blip>
          <a:srcRect/>
          <a:stretch/>
        </p:blipFill>
        <p:spPr>
          <a:xfrm>
            <a:off x="4658453" y="679424"/>
            <a:ext cx="2884815" cy="1039700"/>
          </a:xfrm>
          <a:prstGeom prst="rect">
            <a:avLst/>
          </a:prstGeom>
          <a:noFill/>
          <a:ln>
            <a:noFill/>
          </a:ln>
        </p:spPr>
      </p:pic>
      <p:sp>
        <p:nvSpPr>
          <p:cNvPr id="90" name="Google Shape;90;g3f0f4ca3a9d_0_0"/>
          <p:cNvSpPr txBox="1"/>
          <p:nvPr/>
        </p:nvSpPr>
        <p:spPr>
          <a:xfrm>
            <a:off x="0" y="5946906"/>
            <a:ext cx="12192000" cy="1308900"/>
          </a:xfrm>
          <a:prstGeom prst="rect">
            <a:avLst/>
          </a:prstGeom>
          <a:noFill/>
          <a:ln>
            <a:noFill/>
          </a:ln>
        </p:spPr>
        <p:txBody>
          <a:bodyPr spcFirstLastPara="1" wrap="square" lIns="91425" tIns="91425" rIns="91425" bIns="91425" anchor="t" anchorCtr="0">
            <a:noAutofit/>
          </a:bodyPr>
          <a:lstStyle/>
          <a:p>
            <a:pPr marL="0" marR="0" lvl="0" indent="0" algn="ctr" rtl="0">
              <a:lnSpc>
                <a:spcPct val="90000"/>
              </a:lnSpc>
              <a:spcBef>
                <a:spcPts val="0"/>
              </a:spcBef>
              <a:spcAft>
                <a:spcPts val="0"/>
              </a:spcAft>
              <a:buClr>
                <a:schemeClr val="dk1"/>
              </a:buClr>
              <a:buSzPts val="800"/>
              <a:buFont typeface="Arial"/>
              <a:buNone/>
            </a:pPr>
            <a:endParaRPr sz="933" b="0" i="0" u="none" strike="noStrike" cap="none" dirty="0">
              <a:solidFill>
                <a:schemeClr val="dk1"/>
              </a:solidFill>
              <a:latin typeface="Times New Roman"/>
              <a:ea typeface="Times New Roman"/>
              <a:cs typeface="Times New Roman"/>
              <a:sym typeface="Times New Roman"/>
            </a:endParaRPr>
          </a:p>
          <a:p>
            <a:pPr marL="0" marR="0" lvl="0" indent="0" algn="ctr" rtl="0">
              <a:lnSpc>
                <a:spcPct val="90000"/>
              </a:lnSpc>
              <a:spcBef>
                <a:spcPts val="0"/>
              </a:spcBef>
              <a:spcAft>
                <a:spcPts val="0"/>
              </a:spcAft>
              <a:buClr>
                <a:schemeClr val="dk1"/>
              </a:buClr>
              <a:buSzPts val="800"/>
              <a:buFont typeface="Arial"/>
              <a:buNone/>
            </a:pPr>
            <a:r>
              <a:rPr lang="en-IN" sz="1600" b="0" i="0" u="none" strike="noStrike" cap="none" dirty="0" err="1">
                <a:solidFill>
                  <a:schemeClr val="dk1"/>
                </a:solidFill>
                <a:latin typeface="Times New Roman"/>
                <a:ea typeface="Times New Roman"/>
                <a:cs typeface="Times New Roman"/>
                <a:sym typeface="Times New Roman"/>
              </a:rPr>
              <a:t>B.Tech</a:t>
            </a:r>
            <a:r>
              <a:rPr lang="en-IN" sz="1600" b="0" i="0" u="none" strike="noStrike" cap="none" dirty="0">
                <a:solidFill>
                  <a:schemeClr val="dk1"/>
                </a:solidFill>
                <a:latin typeface="Times New Roman"/>
                <a:ea typeface="Times New Roman"/>
                <a:cs typeface="Times New Roman"/>
                <a:sym typeface="Times New Roman"/>
              </a:rPr>
              <a:t> Computer Science Engineering, School of Engineering and Applied Sciences </a:t>
            </a:r>
            <a:endParaRPr sz="16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90000"/>
              </a:lnSpc>
              <a:spcBef>
                <a:spcPts val="0"/>
              </a:spcBef>
              <a:spcAft>
                <a:spcPts val="0"/>
              </a:spcAft>
              <a:buClr>
                <a:schemeClr val="dk1"/>
              </a:buClr>
              <a:buSzPts val="800"/>
              <a:buFont typeface="Arial"/>
              <a:buNone/>
            </a:pPr>
            <a:endParaRPr sz="1600" b="0" i="0" u="none" strike="noStrike" cap="none" dirty="0">
              <a:solidFill>
                <a:schemeClr val="dk1"/>
              </a:solidFill>
              <a:latin typeface="Times New Roman"/>
              <a:ea typeface="Times New Roman"/>
              <a:cs typeface="Times New Roman"/>
              <a:sym typeface="Times New Roman"/>
            </a:endParaRPr>
          </a:p>
        </p:txBody>
      </p:sp>
      <p:sp>
        <p:nvSpPr>
          <p:cNvPr id="92" name="Google Shape;92;g3f0f4ca3a9d_0_0"/>
          <p:cNvSpPr txBox="1"/>
          <p:nvPr/>
        </p:nvSpPr>
        <p:spPr>
          <a:xfrm>
            <a:off x="2823029" y="2181447"/>
            <a:ext cx="6546000" cy="400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717171"/>
                </a:solidFill>
                <a:latin typeface="Times New Roman"/>
                <a:ea typeface="Times New Roman"/>
                <a:cs typeface="Times New Roman"/>
                <a:sym typeface="Times New Roman"/>
              </a:rPr>
              <a:t>C</a:t>
            </a:r>
            <a:r>
              <a:rPr lang="en-IN" sz="2000" b="1" dirty="0">
                <a:solidFill>
                  <a:srgbClr val="717171"/>
                </a:solidFill>
                <a:latin typeface="Times New Roman"/>
                <a:ea typeface="Times New Roman"/>
                <a:cs typeface="Times New Roman"/>
                <a:sym typeface="Times New Roman"/>
              </a:rPr>
              <a:t>SE516 Probabilistic Graphical Models</a:t>
            </a:r>
            <a:endParaRPr sz="2000" dirty="0">
              <a:solidFill>
                <a:srgbClr val="717171"/>
              </a:solidFill>
              <a:latin typeface="Times New Roman"/>
              <a:ea typeface="Times New Roman"/>
              <a:cs typeface="Times New Roman"/>
              <a:sym typeface="Times New Roman"/>
            </a:endParaRPr>
          </a:p>
        </p:txBody>
      </p:sp>
      <p:sp>
        <p:nvSpPr>
          <p:cNvPr id="3" name="TextBox 1">
            <a:extLst>
              <a:ext uri="{FF2B5EF4-FFF2-40B4-BE49-F238E27FC236}">
                <a16:creationId xmlns:a16="http://schemas.microsoft.com/office/drawing/2014/main" id="{3CAB81D5-5C76-337D-9ED3-C922081338F6}"/>
              </a:ext>
            </a:extLst>
          </p:cNvPr>
          <p:cNvSpPr txBox="1"/>
          <p:nvPr/>
        </p:nvSpPr>
        <p:spPr>
          <a:xfrm>
            <a:off x="586494" y="2703284"/>
            <a:ext cx="10881360" cy="105156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sz="3100" b="1" dirty="0">
                <a:solidFill>
                  <a:srgbClr val="232323"/>
                </a:solidFill>
                <a:latin typeface="Aptos"/>
              </a:rPr>
              <a:t>Bayesian Reasoning for LLM Agents
under Uncertain and Conflicting Evidence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 name="TextBox 1">
            <a:extLst>
              <a:ext uri="{FF2B5EF4-FFF2-40B4-BE49-F238E27FC236}">
                <a16:creationId xmlns:a16="http://schemas.microsoft.com/office/drawing/2014/main" id="{2D2223C8-F57E-2B66-2441-625462ABB022}"/>
              </a:ext>
            </a:extLst>
          </p:cNvPr>
          <p:cNvSpPr txBox="1"/>
          <p:nvPr/>
        </p:nvSpPr>
        <p:spPr>
          <a:xfrm>
            <a:off x="586740" y="228600"/>
            <a:ext cx="10881360" cy="5029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2700" b="1">
                <a:solidFill>
                  <a:srgbClr val="232323"/>
                </a:solidFill>
                <a:latin typeface="Aptos"/>
              </a:rPr>
              <a:t>Motivation &amp; the Problem Statement</a:t>
            </a:r>
          </a:p>
        </p:txBody>
      </p:sp>
      <p:sp>
        <p:nvSpPr>
          <p:cNvPr id="12" name="TextBox 2">
            <a:extLst>
              <a:ext uri="{FF2B5EF4-FFF2-40B4-BE49-F238E27FC236}">
                <a16:creationId xmlns:a16="http://schemas.microsoft.com/office/drawing/2014/main" id="{5C50D680-9010-7BF1-B519-C9FE580910DE}"/>
              </a:ext>
            </a:extLst>
          </p:cNvPr>
          <p:cNvSpPr txBox="1"/>
          <p:nvPr/>
        </p:nvSpPr>
        <p:spPr>
          <a:xfrm>
            <a:off x="11102340" y="6355080"/>
            <a:ext cx="502920" cy="2743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sz="1100" b="0">
                <a:solidFill>
                  <a:srgbClr val="646464"/>
                </a:solidFill>
                <a:latin typeface="Aptos"/>
              </a:rPr>
              <a:t>2</a:t>
            </a:r>
          </a:p>
        </p:txBody>
      </p:sp>
      <p:sp>
        <p:nvSpPr>
          <p:cNvPr id="14" name="Rounded Rectangle 3">
            <a:extLst>
              <a:ext uri="{FF2B5EF4-FFF2-40B4-BE49-F238E27FC236}">
                <a16:creationId xmlns:a16="http://schemas.microsoft.com/office/drawing/2014/main" id="{21A104D2-9F3E-3123-27EA-7B83D3257F85}"/>
              </a:ext>
            </a:extLst>
          </p:cNvPr>
          <p:cNvSpPr/>
          <p:nvPr/>
        </p:nvSpPr>
        <p:spPr>
          <a:xfrm>
            <a:off x="586740" y="1051560"/>
            <a:ext cx="3383280" cy="19202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15" name="TextBox 4">
            <a:extLst>
              <a:ext uri="{FF2B5EF4-FFF2-40B4-BE49-F238E27FC236}">
                <a16:creationId xmlns:a16="http://schemas.microsoft.com/office/drawing/2014/main" id="{B5FE8AA4-CE88-1455-AF5C-6904C68EE143}"/>
              </a:ext>
            </a:extLst>
          </p:cNvPr>
          <p:cNvSpPr txBox="1"/>
          <p:nvPr/>
        </p:nvSpPr>
        <p:spPr>
          <a:xfrm>
            <a:off x="751332" y="1170432"/>
            <a:ext cx="305409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Domain</a:t>
            </a:r>
          </a:p>
        </p:txBody>
      </p:sp>
      <p:sp>
        <p:nvSpPr>
          <p:cNvPr id="16" name="TextBox 5">
            <a:extLst>
              <a:ext uri="{FF2B5EF4-FFF2-40B4-BE49-F238E27FC236}">
                <a16:creationId xmlns:a16="http://schemas.microsoft.com/office/drawing/2014/main" id="{FBAE48B3-3997-38E6-1580-E407EF7FD840}"/>
              </a:ext>
            </a:extLst>
          </p:cNvPr>
          <p:cNvSpPr txBox="1"/>
          <p:nvPr/>
        </p:nvSpPr>
        <p:spPr>
          <a:xfrm>
            <a:off x="751332" y="1527048"/>
            <a:ext cx="3054096" cy="132588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0" dirty="0">
                <a:solidFill>
                  <a:srgbClr val="232323"/>
                </a:solidFill>
                <a:latin typeface="Aptos"/>
              </a:rPr>
              <a:t>Bayesian reasoning for LLM agents
Probabilistic graphical models
Uncertainty calibration</a:t>
            </a:r>
          </a:p>
        </p:txBody>
      </p:sp>
      <p:sp>
        <p:nvSpPr>
          <p:cNvPr id="17" name="Rounded Rectangle 6">
            <a:extLst>
              <a:ext uri="{FF2B5EF4-FFF2-40B4-BE49-F238E27FC236}">
                <a16:creationId xmlns:a16="http://schemas.microsoft.com/office/drawing/2014/main" id="{A44CDD65-55DB-5B6B-4A8F-D1F57C6AA13E}"/>
              </a:ext>
            </a:extLst>
          </p:cNvPr>
          <p:cNvSpPr/>
          <p:nvPr/>
        </p:nvSpPr>
        <p:spPr>
          <a:xfrm>
            <a:off x="4152900" y="1051560"/>
            <a:ext cx="3383280" cy="19202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18" name="TextBox 7">
            <a:extLst>
              <a:ext uri="{FF2B5EF4-FFF2-40B4-BE49-F238E27FC236}">
                <a16:creationId xmlns:a16="http://schemas.microsoft.com/office/drawing/2014/main" id="{BFE719BE-EDE7-8014-2F86-F97788796B08}"/>
              </a:ext>
            </a:extLst>
          </p:cNvPr>
          <p:cNvSpPr txBox="1"/>
          <p:nvPr/>
        </p:nvSpPr>
        <p:spPr>
          <a:xfrm>
            <a:off x="4317492" y="1170432"/>
            <a:ext cx="305409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Challenges</a:t>
            </a:r>
          </a:p>
        </p:txBody>
      </p:sp>
      <p:sp>
        <p:nvSpPr>
          <p:cNvPr id="19" name="TextBox 8">
            <a:extLst>
              <a:ext uri="{FF2B5EF4-FFF2-40B4-BE49-F238E27FC236}">
                <a16:creationId xmlns:a16="http://schemas.microsoft.com/office/drawing/2014/main" id="{DF8EA966-3D21-1078-0960-8FAC3AA16CDF}"/>
              </a:ext>
            </a:extLst>
          </p:cNvPr>
          <p:cNvSpPr txBox="1"/>
          <p:nvPr/>
        </p:nvSpPr>
        <p:spPr>
          <a:xfrm>
            <a:off x="4317492" y="1527048"/>
            <a:ext cx="3054096" cy="132588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400" b="0">
                <a:solidFill>
                  <a:srgbClr val="232323"/>
                </a:solidFill>
                <a:latin typeface="Aptos"/>
              </a:rPr>
              <a:t>• Overconfidence under uncertainty
• Irrelevant or misleading evidence
• Multiple sources may conflict</a:t>
            </a:r>
          </a:p>
        </p:txBody>
      </p:sp>
      <p:sp>
        <p:nvSpPr>
          <p:cNvPr id="20" name="Rounded Rectangle 9">
            <a:extLst>
              <a:ext uri="{FF2B5EF4-FFF2-40B4-BE49-F238E27FC236}">
                <a16:creationId xmlns:a16="http://schemas.microsoft.com/office/drawing/2014/main" id="{FBC3E915-2D27-F31E-D9DE-71D37563D8F8}"/>
              </a:ext>
            </a:extLst>
          </p:cNvPr>
          <p:cNvSpPr/>
          <p:nvPr/>
        </p:nvSpPr>
        <p:spPr>
          <a:xfrm>
            <a:off x="7719059" y="1051560"/>
            <a:ext cx="3794760" cy="19202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21" name="TextBox 10">
            <a:extLst>
              <a:ext uri="{FF2B5EF4-FFF2-40B4-BE49-F238E27FC236}">
                <a16:creationId xmlns:a16="http://schemas.microsoft.com/office/drawing/2014/main" id="{38FE301D-B666-5D97-1BAE-7CACFBABD4A4}"/>
              </a:ext>
            </a:extLst>
          </p:cNvPr>
          <p:cNvSpPr txBox="1"/>
          <p:nvPr/>
        </p:nvSpPr>
        <p:spPr>
          <a:xfrm>
            <a:off x="7883651" y="1170432"/>
            <a:ext cx="346557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Motivation</a:t>
            </a:r>
          </a:p>
        </p:txBody>
      </p:sp>
      <p:sp>
        <p:nvSpPr>
          <p:cNvPr id="22" name="TextBox 11">
            <a:extLst>
              <a:ext uri="{FF2B5EF4-FFF2-40B4-BE49-F238E27FC236}">
                <a16:creationId xmlns:a16="http://schemas.microsoft.com/office/drawing/2014/main" id="{D8F3F1DA-1620-127B-E7C3-FE1BA4E50879}"/>
              </a:ext>
            </a:extLst>
          </p:cNvPr>
          <p:cNvSpPr txBox="1"/>
          <p:nvPr/>
        </p:nvSpPr>
        <p:spPr>
          <a:xfrm>
            <a:off x="7883651" y="1527048"/>
            <a:ext cx="3465576" cy="132588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400" b="0">
                <a:solidFill>
                  <a:srgbClr val="232323"/>
                </a:solidFill>
                <a:latin typeface="Aptos"/>
              </a:rPr>
              <a:t>Reliable agents should evaluate evidence quality and change their beliefs and confidence when new evidence arrives.</a:t>
            </a:r>
          </a:p>
        </p:txBody>
      </p:sp>
      <p:sp>
        <p:nvSpPr>
          <p:cNvPr id="23" name="Rounded Rectangle 12">
            <a:extLst>
              <a:ext uri="{FF2B5EF4-FFF2-40B4-BE49-F238E27FC236}">
                <a16:creationId xmlns:a16="http://schemas.microsoft.com/office/drawing/2014/main" id="{93E94ADE-17BE-FC5C-F430-C8742F728DEC}"/>
              </a:ext>
            </a:extLst>
          </p:cNvPr>
          <p:cNvSpPr/>
          <p:nvPr/>
        </p:nvSpPr>
        <p:spPr>
          <a:xfrm>
            <a:off x="586740" y="3291840"/>
            <a:ext cx="10927080" cy="21488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24" name="TextBox 13">
            <a:extLst>
              <a:ext uri="{FF2B5EF4-FFF2-40B4-BE49-F238E27FC236}">
                <a16:creationId xmlns:a16="http://schemas.microsoft.com/office/drawing/2014/main" id="{A03EB6FF-0C01-7A1F-772B-BC2732924504}"/>
              </a:ext>
            </a:extLst>
          </p:cNvPr>
          <p:cNvSpPr txBox="1"/>
          <p:nvPr/>
        </p:nvSpPr>
        <p:spPr>
          <a:xfrm>
            <a:off x="751332" y="3410712"/>
            <a:ext cx="1059789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Problem Statement</a:t>
            </a:r>
          </a:p>
        </p:txBody>
      </p:sp>
      <p:sp>
        <p:nvSpPr>
          <p:cNvPr id="25" name="TextBox 14">
            <a:extLst>
              <a:ext uri="{FF2B5EF4-FFF2-40B4-BE49-F238E27FC236}">
                <a16:creationId xmlns:a16="http://schemas.microsoft.com/office/drawing/2014/main" id="{D657E6BD-2923-D862-0CCD-FFE8313CB22E}"/>
              </a:ext>
            </a:extLst>
          </p:cNvPr>
          <p:cNvSpPr txBox="1"/>
          <p:nvPr/>
        </p:nvSpPr>
        <p:spPr>
          <a:xfrm>
            <a:off x="751332" y="3767328"/>
            <a:ext cx="10597896" cy="155448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600" b="0">
                <a:solidFill>
                  <a:srgbClr val="232323"/>
                </a:solidFill>
                <a:latin typeface="Aptos"/>
              </a:rPr>
              <a:t>BayesAgent uses latent-variable Bayesian reasoning and can identify mismatched information. However, source reliability is not explicitly represented, and sequential belief updating under multiple conflicting evidence sources is not systematically studied. This project investigates an extension for multi-source, varying-quality evidence.</a:t>
            </a:r>
          </a:p>
        </p:txBody>
      </p:sp>
      <p:sp>
        <p:nvSpPr>
          <p:cNvPr id="26" name="TextBox 15">
            <a:extLst>
              <a:ext uri="{FF2B5EF4-FFF2-40B4-BE49-F238E27FC236}">
                <a16:creationId xmlns:a16="http://schemas.microsoft.com/office/drawing/2014/main" id="{A8002CE5-A0BB-0A6C-35B4-2E44F7408189}"/>
              </a:ext>
            </a:extLst>
          </p:cNvPr>
          <p:cNvSpPr txBox="1"/>
          <p:nvPr/>
        </p:nvSpPr>
        <p:spPr>
          <a:xfrm>
            <a:off x="769620" y="5715000"/>
            <a:ext cx="10515600" cy="41148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Research Question: How can Bayesian reasoning be extended to update an LLM agent's beliefs and confidence as new or conflicting evidence is received?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543BA6-0D8B-F4BB-32AA-F703196C4706}"/>
              </a:ext>
            </a:extLst>
          </p:cNvPr>
          <p:cNvSpPr txBox="1"/>
          <p:nvPr/>
        </p:nvSpPr>
        <p:spPr>
          <a:xfrm>
            <a:off x="586740" y="228600"/>
            <a:ext cx="10881360" cy="5029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2700" b="1">
                <a:solidFill>
                  <a:srgbClr val="232323"/>
                </a:solidFill>
                <a:latin typeface="Aptos"/>
              </a:rPr>
              <a:t>Literature Summary &amp; Problem Formulation</a:t>
            </a:r>
          </a:p>
        </p:txBody>
      </p:sp>
      <p:sp>
        <p:nvSpPr>
          <p:cNvPr id="3" name="TextBox 2">
            <a:extLst>
              <a:ext uri="{FF2B5EF4-FFF2-40B4-BE49-F238E27FC236}">
                <a16:creationId xmlns:a16="http://schemas.microsoft.com/office/drawing/2014/main" id="{CDDC09A5-2BBC-03A9-8CDF-C73AFBFE2578}"/>
              </a:ext>
            </a:extLst>
          </p:cNvPr>
          <p:cNvSpPr txBox="1"/>
          <p:nvPr/>
        </p:nvSpPr>
        <p:spPr>
          <a:xfrm>
            <a:off x="11102340" y="6355080"/>
            <a:ext cx="502920" cy="2743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sz="1100" b="0">
                <a:solidFill>
                  <a:srgbClr val="646464"/>
                </a:solidFill>
                <a:latin typeface="Aptos"/>
              </a:rPr>
              <a:t>3</a:t>
            </a:r>
          </a:p>
        </p:txBody>
      </p:sp>
      <p:sp>
        <p:nvSpPr>
          <p:cNvPr id="4" name="Rounded Rectangle 3">
            <a:extLst>
              <a:ext uri="{FF2B5EF4-FFF2-40B4-BE49-F238E27FC236}">
                <a16:creationId xmlns:a16="http://schemas.microsoft.com/office/drawing/2014/main" id="{5A047CED-749E-E573-4A5A-6CEA4AE2995A}"/>
              </a:ext>
            </a:extLst>
          </p:cNvPr>
          <p:cNvSpPr/>
          <p:nvPr/>
        </p:nvSpPr>
        <p:spPr>
          <a:xfrm>
            <a:off x="586740" y="1005840"/>
            <a:ext cx="3429000" cy="361188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5" name="TextBox 4">
            <a:extLst>
              <a:ext uri="{FF2B5EF4-FFF2-40B4-BE49-F238E27FC236}">
                <a16:creationId xmlns:a16="http://schemas.microsoft.com/office/drawing/2014/main" id="{F2F0A7F6-DE09-679A-D8E9-CDF2A98E0211}"/>
              </a:ext>
            </a:extLst>
          </p:cNvPr>
          <p:cNvSpPr txBox="1"/>
          <p:nvPr/>
        </p:nvSpPr>
        <p:spPr>
          <a:xfrm>
            <a:off x="751332" y="1124712"/>
            <a:ext cx="309981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BayesAgent (AAAI 2026)</a:t>
            </a:r>
          </a:p>
        </p:txBody>
      </p:sp>
      <p:sp>
        <p:nvSpPr>
          <p:cNvPr id="6" name="TextBox 5">
            <a:extLst>
              <a:ext uri="{FF2B5EF4-FFF2-40B4-BE49-F238E27FC236}">
                <a16:creationId xmlns:a16="http://schemas.microsoft.com/office/drawing/2014/main" id="{BB6C4C45-D617-950D-732A-751C160AE2C7}"/>
              </a:ext>
            </a:extLst>
          </p:cNvPr>
          <p:cNvSpPr txBox="1"/>
          <p:nvPr/>
        </p:nvSpPr>
        <p:spPr>
          <a:xfrm>
            <a:off x="751332" y="1481328"/>
            <a:ext cx="3099816" cy="30175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0">
                <a:solidFill>
                  <a:srgbClr val="232323"/>
                </a:solidFill>
                <a:latin typeface="Aptos"/>
              </a:rPr>
              <a:t>• Verbalized Probabilistic Graphical Modeling (vPGM)
• Discovers latent variables and dependencies
• Performs prompting-based Bayesian inference
• Estimates confidence from the predictive distribution
• BayesVPGM improves calibration</a:t>
            </a:r>
          </a:p>
        </p:txBody>
      </p:sp>
      <p:sp>
        <p:nvSpPr>
          <p:cNvPr id="7" name="Rounded Rectangle 6">
            <a:extLst>
              <a:ext uri="{FF2B5EF4-FFF2-40B4-BE49-F238E27FC236}">
                <a16:creationId xmlns:a16="http://schemas.microsoft.com/office/drawing/2014/main" id="{33C64825-0B92-7CF4-98F9-B2FCCCD6AC79}"/>
              </a:ext>
            </a:extLst>
          </p:cNvPr>
          <p:cNvSpPr/>
          <p:nvPr/>
        </p:nvSpPr>
        <p:spPr>
          <a:xfrm>
            <a:off x="4152900" y="1005840"/>
            <a:ext cx="3429000" cy="361188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10" name="TextBox 7">
            <a:extLst>
              <a:ext uri="{FF2B5EF4-FFF2-40B4-BE49-F238E27FC236}">
                <a16:creationId xmlns:a16="http://schemas.microsoft.com/office/drawing/2014/main" id="{D6C0F07C-DFA0-CCDA-C459-C68BE0AFB903}"/>
              </a:ext>
            </a:extLst>
          </p:cNvPr>
          <p:cNvSpPr txBox="1"/>
          <p:nvPr/>
        </p:nvSpPr>
        <p:spPr>
          <a:xfrm>
            <a:off x="4317492" y="1124712"/>
            <a:ext cx="309981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Evidence Handling</a:t>
            </a:r>
          </a:p>
        </p:txBody>
      </p:sp>
      <p:sp>
        <p:nvSpPr>
          <p:cNvPr id="11" name="TextBox 8">
            <a:extLst>
              <a:ext uri="{FF2B5EF4-FFF2-40B4-BE49-F238E27FC236}">
                <a16:creationId xmlns:a16="http://schemas.microsoft.com/office/drawing/2014/main" id="{A2050476-8009-26CC-7583-EF69858E76EF}"/>
              </a:ext>
            </a:extLst>
          </p:cNvPr>
          <p:cNvSpPr txBox="1"/>
          <p:nvPr/>
        </p:nvSpPr>
        <p:spPr>
          <a:xfrm>
            <a:off x="4317492" y="1481328"/>
            <a:ext cx="3099816" cy="30175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0">
                <a:solidFill>
                  <a:srgbClr val="232323"/>
                </a:solidFill>
                <a:latin typeface="Aptos"/>
              </a:rPr>
              <a:t>• ScienceQA uses multi-source information
• A-OKVQA includes clean and noisy settings
• Latent mismatch variables can detect irrelevant or inconsistent information
• Clean data still shows false mismatch detection</a:t>
            </a:r>
          </a:p>
        </p:txBody>
      </p:sp>
      <p:sp>
        <p:nvSpPr>
          <p:cNvPr id="12" name="Rounded Rectangle 9">
            <a:extLst>
              <a:ext uri="{FF2B5EF4-FFF2-40B4-BE49-F238E27FC236}">
                <a16:creationId xmlns:a16="http://schemas.microsoft.com/office/drawing/2014/main" id="{1046151B-4ED9-0920-453C-F37BE8E61F82}"/>
              </a:ext>
            </a:extLst>
          </p:cNvPr>
          <p:cNvSpPr/>
          <p:nvPr/>
        </p:nvSpPr>
        <p:spPr>
          <a:xfrm>
            <a:off x="7719059" y="1005840"/>
            <a:ext cx="3794760" cy="361188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13" name="TextBox 10">
            <a:extLst>
              <a:ext uri="{FF2B5EF4-FFF2-40B4-BE49-F238E27FC236}">
                <a16:creationId xmlns:a16="http://schemas.microsoft.com/office/drawing/2014/main" id="{A087219A-982C-DDE3-280B-C244A693CB83}"/>
              </a:ext>
            </a:extLst>
          </p:cNvPr>
          <p:cNvSpPr txBox="1"/>
          <p:nvPr/>
        </p:nvSpPr>
        <p:spPr>
          <a:xfrm>
            <a:off x="7883651" y="1124712"/>
            <a:ext cx="346557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Research Gap</a:t>
            </a:r>
          </a:p>
        </p:txBody>
      </p:sp>
      <p:sp>
        <p:nvSpPr>
          <p:cNvPr id="14" name="TextBox 11">
            <a:extLst>
              <a:ext uri="{FF2B5EF4-FFF2-40B4-BE49-F238E27FC236}">
                <a16:creationId xmlns:a16="http://schemas.microsoft.com/office/drawing/2014/main" id="{E44822E6-39D1-0C25-8572-D81FA240DABE}"/>
              </a:ext>
            </a:extLst>
          </p:cNvPr>
          <p:cNvSpPr txBox="1"/>
          <p:nvPr/>
        </p:nvSpPr>
        <p:spPr>
          <a:xfrm>
            <a:off x="7883651" y="1481328"/>
            <a:ext cx="3465576" cy="30175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0">
                <a:solidFill>
                  <a:srgbClr val="232323"/>
                </a:solidFill>
                <a:latin typeface="Aptos"/>
              </a:rPr>
              <a:t>• No explicit source-reliability variable
• No systematic sequential update protocol
• Multi-source conflict resolution remains open
• Need to study belief and confidence changes as evidence quality varies</a:t>
            </a:r>
          </a:p>
        </p:txBody>
      </p:sp>
      <p:sp>
        <p:nvSpPr>
          <p:cNvPr id="15" name="TextBox 12">
            <a:extLst>
              <a:ext uri="{FF2B5EF4-FFF2-40B4-BE49-F238E27FC236}">
                <a16:creationId xmlns:a16="http://schemas.microsoft.com/office/drawing/2014/main" id="{BB028F07-EAD4-92A9-0FDE-6AD5E0343C27}"/>
              </a:ext>
            </a:extLst>
          </p:cNvPr>
          <p:cNvSpPr txBox="1"/>
          <p:nvPr/>
        </p:nvSpPr>
        <p:spPr>
          <a:xfrm>
            <a:off x="723900" y="4983480"/>
            <a:ext cx="10698480" cy="7315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600" b="1">
                <a:solidFill>
                  <a:srgbClr val="232323"/>
                </a:solidFill>
                <a:latin typeface="Aptos"/>
              </a:rPr>
              <a:t>Key direction: retain BayesAgent's latent-variable reasoning, then study explicit evidence quality, reliability, consistency, and sequential updating.</a:t>
            </a:r>
          </a:p>
        </p:txBody>
      </p:sp>
    </p:spTree>
    <p:extLst>
      <p:ext uri="{BB962C8B-B14F-4D97-AF65-F5344CB8AC3E}">
        <p14:creationId xmlns:p14="http://schemas.microsoft.com/office/powerpoint/2010/main" val="1862460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2" name="TextBox 1">
            <a:extLst>
              <a:ext uri="{FF2B5EF4-FFF2-40B4-BE49-F238E27FC236}">
                <a16:creationId xmlns:a16="http://schemas.microsoft.com/office/drawing/2014/main" id="{B4F63854-ACC8-2099-70FA-97BAC585C737}"/>
              </a:ext>
            </a:extLst>
          </p:cNvPr>
          <p:cNvSpPr txBox="1"/>
          <p:nvPr/>
        </p:nvSpPr>
        <p:spPr>
          <a:xfrm>
            <a:off x="632460" y="228600"/>
            <a:ext cx="10881360" cy="5029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2700" b="1">
                <a:solidFill>
                  <a:srgbClr val="232323"/>
                </a:solidFill>
                <a:latin typeface="Aptos"/>
              </a:rPr>
              <a:t>PGM Representation, Inference &amp; Learning</a:t>
            </a:r>
          </a:p>
        </p:txBody>
      </p:sp>
      <p:sp>
        <p:nvSpPr>
          <p:cNvPr id="3" name="TextBox 2">
            <a:extLst>
              <a:ext uri="{FF2B5EF4-FFF2-40B4-BE49-F238E27FC236}">
                <a16:creationId xmlns:a16="http://schemas.microsoft.com/office/drawing/2014/main" id="{8FAD9526-634B-88AF-2A6B-A88420BD9127}"/>
              </a:ext>
            </a:extLst>
          </p:cNvPr>
          <p:cNvSpPr txBox="1"/>
          <p:nvPr/>
        </p:nvSpPr>
        <p:spPr>
          <a:xfrm>
            <a:off x="11148060" y="6355080"/>
            <a:ext cx="502920" cy="2743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sz="1100" b="0">
                <a:solidFill>
                  <a:srgbClr val="646464"/>
                </a:solidFill>
                <a:latin typeface="Aptos"/>
              </a:rPr>
              <a:t>4</a:t>
            </a:r>
          </a:p>
        </p:txBody>
      </p:sp>
      <p:sp>
        <p:nvSpPr>
          <p:cNvPr id="4" name="Rounded Rectangle 3">
            <a:extLst>
              <a:ext uri="{FF2B5EF4-FFF2-40B4-BE49-F238E27FC236}">
                <a16:creationId xmlns:a16="http://schemas.microsoft.com/office/drawing/2014/main" id="{AFC29100-216E-49C4-40C2-55A36FC7A2DF}"/>
              </a:ext>
            </a:extLst>
          </p:cNvPr>
          <p:cNvSpPr/>
          <p:nvPr/>
        </p:nvSpPr>
        <p:spPr>
          <a:xfrm>
            <a:off x="541020" y="960120"/>
            <a:ext cx="3520440" cy="425196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6" name="TextBox 4">
            <a:extLst>
              <a:ext uri="{FF2B5EF4-FFF2-40B4-BE49-F238E27FC236}">
                <a16:creationId xmlns:a16="http://schemas.microsoft.com/office/drawing/2014/main" id="{09F0DAB7-3E7D-3181-9E36-DF05BE46AC43}"/>
              </a:ext>
            </a:extLst>
          </p:cNvPr>
          <p:cNvSpPr txBox="1"/>
          <p:nvPr/>
        </p:nvSpPr>
        <p:spPr>
          <a:xfrm>
            <a:off x="705612" y="1078991"/>
            <a:ext cx="319125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Representation</a:t>
            </a:r>
          </a:p>
        </p:txBody>
      </p:sp>
      <p:sp>
        <p:nvSpPr>
          <p:cNvPr id="9" name="TextBox 5">
            <a:extLst>
              <a:ext uri="{FF2B5EF4-FFF2-40B4-BE49-F238E27FC236}">
                <a16:creationId xmlns:a16="http://schemas.microsoft.com/office/drawing/2014/main" id="{DF13D71F-A285-77F1-5C44-3E3D871DA426}"/>
              </a:ext>
            </a:extLst>
          </p:cNvPr>
          <p:cNvSpPr txBox="1"/>
          <p:nvPr/>
        </p:nvSpPr>
        <p:spPr>
          <a:xfrm>
            <a:off x="705612" y="1435608"/>
            <a:ext cx="3191256" cy="365760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0">
                <a:solidFill>
                  <a:srgbClr val="232323"/>
                </a:solidFill>
                <a:latin typeface="Aptos"/>
              </a:rPr>
              <a:t>Observed variable: X = question/context/evidence
Latent variables: Z = reasoning factors such as relevance or mismatch
Output: Y = final answer
Proposed extension: evidence-quality / reliability variables for multiple sources.</a:t>
            </a:r>
          </a:p>
        </p:txBody>
      </p:sp>
      <p:sp>
        <p:nvSpPr>
          <p:cNvPr id="10" name="Rounded Rectangle 6">
            <a:extLst>
              <a:ext uri="{FF2B5EF4-FFF2-40B4-BE49-F238E27FC236}">
                <a16:creationId xmlns:a16="http://schemas.microsoft.com/office/drawing/2014/main" id="{CDB87AB4-F712-82AA-AA1D-2F01C8FFEE94}"/>
              </a:ext>
            </a:extLst>
          </p:cNvPr>
          <p:cNvSpPr/>
          <p:nvPr/>
        </p:nvSpPr>
        <p:spPr>
          <a:xfrm>
            <a:off x="4198620" y="960120"/>
            <a:ext cx="3520440" cy="425196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12" name="TextBox 7">
            <a:extLst>
              <a:ext uri="{FF2B5EF4-FFF2-40B4-BE49-F238E27FC236}">
                <a16:creationId xmlns:a16="http://schemas.microsoft.com/office/drawing/2014/main" id="{2D5E2015-8AE2-D648-7D0F-8985FFACD14C}"/>
              </a:ext>
            </a:extLst>
          </p:cNvPr>
          <p:cNvSpPr txBox="1"/>
          <p:nvPr/>
        </p:nvSpPr>
        <p:spPr>
          <a:xfrm>
            <a:off x="4363212" y="1078991"/>
            <a:ext cx="319125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Inference</a:t>
            </a:r>
          </a:p>
        </p:txBody>
      </p:sp>
      <p:sp>
        <p:nvSpPr>
          <p:cNvPr id="14" name="TextBox 8">
            <a:extLst>
              <a:ext uri="{FF2B5EF4-FFF2-40B4-BE49-F238E27FC236}">
                <a16:creationId xmlns:a16="http://schemas.microsoft.com/office/drawing/2014/main" id="{819B3F3A-9FE3-C9A3-FA5B-C883BE872F0F}"/>
              </a:ext>
            </a:extLst>
          </p:cNvPr>
          <p:cNvSpPr txBox="1"/>
          <p:nvPr/>
        </p:nvSpPr>
        <p:spPr>
          <a:xfrm>
            <a:off x="4363212" y="1435608"/>
            <a:ext cx="3191256" cy="365760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0">
                <a:solidFill>
                  <a:srgbClr val="232323"/>
                </a:solidFill>
                <a:latin typeface="Aptos"/>
              </a:rPr>
              <a:t>BayesAgent:
P(Y|X) = Σ_Z P(Y|Z)P(Z|X)
The LLM estimates latent posteriors through prompts, then combines them with the conditional predictive distribution.
Extension: evaluate posterior/confidence changes when evidence is added, removed, weakened, or contradicted.</a:t>
            </a:r>
          </a:p>
        </p:txBody>
      </p:sp>
      <p:sp>
        <p:nvSpPr>
          <p:cNvPr id="18" name="Rounded Rectangle 9">
            <a:extLst>
              <a:ext uri="{FF2B5EF4-FFF2-40B4-BE49-F238E27FC236}">
                <a16:creationId xmlns:a16="http://schemas.microsoft.com/office/drawing/2014/main" id="{26D67AB8-07AA-5897-366B-732C8E5B40C3}"/>
              </a:ext>
            </a:extLst>
          </p:cNvPr>
          <p:cNvSpPr/>
          <p:nvPr/>
        </p:nvSpPr>
        <p:spPr>
          <a:xfrm>
            <a:off x="7856220" y="960120"/>
            <a:ext cx="3520440" cy="425196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19" name="TextBox 10">
            <a:extLst>
              <a:ext uri="{FF2B5EF4-FFF2-40B4-BE49-F238E27FC236}">
                <a16:creationId xmlns:a16="http://schemas.microsoft.com/office/drawing/2014/main" id="{576D264A-18D4-7CDA-8B5C-4F821C740A34}"/>
              </a:ext>
            </a:extLst>
          </p:cNvPr>
          <p:cNvSpPr txBox="1"/>
          <p:nvPr/>
        </p:nvSpPr>
        <p:spPr>
          <a:xfrm>
            <a:off x="8020812" y="1078991"/>
            <a:ext cx="319125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Learning</a:t>
            </a:r>
          </a:p>
        </p:txBody>
      </p:sp>
      <p:sp>
        <p:nvSpPr>
          <p:cNvPr id="20" name="TextBox 11">
            <a:extLst>
              <a:ext uri="{FF2B5EF4-FFF2-40B4-BE49-F238E27FC236}">
                <a16:creationId xmlns:a16="http://schemas.microsoft.com/office/drawing/2014/main" id="{03DADF31-CE7A-9BFB-7EC7-E3AE83AAFF13}"/>
              </a:ext>
            </a:extLst>
          </p:cNvPr>
          <p:cNvSpPr txBox="1"/>
          <p:nvPr/>
        </p:nvSpPr>
        <p:spPr>
          <a:xfrm>
            <a:off x="8020812" y="1435608"/>
            <a:ext cx="3191256" cy="365760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0">
                <a:solidFill>
                  <a:srgbClr val="232323"/>
                </a:solidFill>
                <a:latin typeface="Aptos"/>
              </a:rPr>
              <a:t>BayesAgent learns the verbalized PGM structure and conditional reasoning through prompted LLM outputs.
BayesVPGM adds numerical Bayesian updating and calibration.
Project focus: investigate how evidence quality can be incorporated into this Bayesian update process.</a:t>
            </a:r>
          </a:p>
        </p:txBody>
      </p:sp>
      <p:sp>
        <p:nvSpPr>
          <p:cNvPr id="22" name="TextBox 12">
            <a:extLst>
              <a:ext uri="{FF2B5EF4-FFF2-40B4-BE49-F238E27FC236}">
                <a16:creationId xmlns:a16="http://schemas.microsoft.com/office/drawing/2014/main" id="{20F3A30C-35EF-D8ED-8644-1F71F91FEA4F}"/>
              </a:ext>
            </a:extLst>
          </p:cNvPr>
          <p:cNvSpPr txBox="1"/>
          <p:nvPr/>
        </p:nvSpPr>
        <p:spPr>
          <a:xfrm>
            <a:off x="952500" y="5486400"/>
            <a:ext cx="10058400" cy="41148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sz="1600" b="1">
                <a:solidFill>
                  <a:srgbClr val="BE0000"/>
                </a:solidFill>
                <a:latin typeface="Aptos"/>
              </a:rPr>
              <a:t>Question → Evidence 1 → Evidence 2 → Quality / Conflict → Bayesian update → Answer + Confidence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800AC40-40C9-E22C-410F-D3C61D5A4C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AF8A86D-8842-8B30-7FB3-36F748838950}"/>
              </a:ext>
            </a:extLst>
          </p:cNvPr>
          <p:cNvSpPr txBox="1"/>
          <p:nvPr/>
        </p:nvSpPr>
        <p:spPr>
          <a:xfrm>
            <a:off x="632460" y="228600"/>
            <a:ext cx="10881360" cy="5029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2700" b="1">
                <a:solidFill>
                  <a:srgbClr val="232323"/>
                </a:solidFill>
                <a:latin typeface="Aptos"/>
              </a:rPr>
              <a:t>Baseline, KPIs &amp; Experimental Plan</a:t>
            </a:r>
          </a:p>
        </p:txBody>
      </p:sp>
      <p:sp>
        <p:nvSpPr>
          <p:cNvPr id="3" name="TextBox 2">
            <a:extLst>
              <a:ext uri="{FF2B5EF4-FFF2-40B4-BE49-F238E27FC236}">
                <a16:creationId xmlns:a16="http://schemas.microsoft.com/office/drawing/2014/main" id="{B2D07A99-00EB-E27F-7B99-1BF03CD73AA7}"/>
              </a:ext>
            </a:extLst>
          </p:cNvPr>
          <p:cNvSpPr txBox="1"/>
          <p:nvPr/>
        </p:nvSpPr>
        <p:spPr>
          <a:xfrm>
            <a:off x="11148060" y="6355080"/>
            <a:ext cx="502920" cy="2743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sz="1100" b="0">
                <a:solidFill>
                  <a:srgbClr val="646464"/>
                </a:solidFill>
                <a:latin typeface="Aptos"/>
              </a:rPr>
              <a:t>5</a:t>
            </a:r>
          </a:p>
        </p:txBody>
      </p:sp>
      <p:sp>
        <p:nvSpPr>
          <p:cNvPr id="4" name="Rounded Rectangle 3">
            <a:extLst>
              <a:ext uri="{FF2B5EF4-FFF2-40B4-BE49-F238E27FC236}">
                <a16:creationId xmlns:a16="http://schemas.microsoft.com/office/drawing/2014/main" id="{76799EFA-C644-4063-55FC-2B9896FA2DF1}"/>
              </a:ext>
            </a:extLst>
          </p:cNvPr>
          <p:cNvSpPr/>
          <p:nvPr/>
        </p:nvSpPr>
        <p:spPr>
          <a:xfrm>
            <a:off x="541020" y="914400"/>
            <a:ext cx="3429000" cy="44348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5" name="TextBox 4">
            <a:extLst>
              <a:ext uri="{FF2B5EF4-FFF2-40B4-BE49-F238E27FC236}">
                <a16:creationId xmlns:a16="http://schemas.microsoft.com/office/drawing/2014/main" id="{F3A9066F-BA5C-1790-4091-A92C847D262E}"/>
              </a:ext>
            </a:extLst>
          </p:cNvPr>
          <p:cNvSpPr txBox="1"/>
          <p:nvPr/>
        </p:nvSpPr>
        <p:spPr>
          <a:xfrm>
            <a:off x="705612" y="1033272"/>
            <a:ext cx="309981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Baselines</a:t>
            </a:r>
          </a:p>
        </p:txBody>
      </p:sp>
      <p:sp>
        <p:nvSpPr>
          <p:cNvPr id="6" name="TextBox 5">
            <a:extLst>
              <a:ext uri="{FF2B5EF4-FFF2-40B4-BE49-F238E27FC236}">
                <a16:creationId xmlns:a16="http://schemas.microsoft.com/office/drawing/2014/main" id="{92CC08E4-AFD9-E25F-FF85-8192D43CBEDD}"/>
              </a:ext>
            </a:extLst>
          </p:cNvPr>
          <p:cNvSpPr txBox="1"/>
          <p:nvPr/>
        </p:nvSpPr>
        <p:spPr>
          <a:xfrm>
            <a:off x="705612" y="1389888"/>
            <a:ext cx="3099816" cy="384047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400" b="0">
                <a:solidFill>
                  <a:srgbClr val="232323"/>
                </a:solidFill>
                <a:latin typeface="Aptos"/>
              </a:rPr>
              <a:t>1. Standard prompting
2. Chain-of-Thought (CoT)
3. BayesAgent / vPGM
4. BayesVPGM
Compare accuracy and calibration before studying the proposed extension.</a:t>
            </a:r>
          </a:p>
        </p:txBody>
      </p:sp>
      <p:sp>
        <p:nvSpPr>
          <p:cNvPr id="7" name="Rounded Rectangle 6">
            <a:extLst>
              <a:ext uri="{FF2B5EF4-FFF2-40B4-BE49-F238E27FC236}">
                <a16:creationId xmlns:a16="http://schemas.microsoft.com/office/drawing/2014/main" id="{56568A59-FB15-7454-D07C-B665ABA8EBFC}"/>
              </a:ext>
            </a:extLst>
          </p:cNvPr>
          <p:cNvSpPr/>
          <p:nvPr/>
        </p:nvSpPr>
        <p:spPr>
          <a:xfrm>
            <a:off x="4152900" y="914400"/>
            <a:ext cx="3429000" cy="44348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8" name="TextBox 7">
            <a:extLst>
              <a:ext uri="{FF2B5EF4-FFF2-40B4-BE49-F238E27FC236}">
                <a16:creationId xmlns:a16="http://schemas.microsoft.com/office/drawing/2014/main" id="{909ED825-7963-CB27-A584-7ECD29BE6503}"/>
              </a:ext>
            </a:extLst>
          </p:cNvPr>
          <p:cNvSpPr txBox="1"/>
          <p:nvPr/>
        </p:nvSpPr>
        <p:spPr>
          <a:xfrm>
            <a:off x="4317492" y="1033272"/>
            <a:ext cx="309981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Initial KPIs</a:t>
            </a:r>
          </a:p>
        </p:txBody>
      </p:sp>
      <p:sp>
        <p:nvSpPr>
          <p:cNvPr id="9" name="TextBox 8">
            <a:extLst>
              <a:ext uri="{FF2B5EF4-FFF2-40B4-BE49-F238E27FC236}">
                <a16:creationId xmlns:a16="http://schemas.microsoft.com/office/drawing/2014/main" id="{FE12A37A-ED78-09F5-F755-7215277AB6BB}"/>
              </a:ext>
            </a:extLst>
          </p:cNvPr>
          <p:cNvSpPr txBox="1"/>
          <p:nvPr/>
        </p:nvSpPr>
        <p:spPr>
          <a:xfrm>
            <a:off x="4317492" y="1389888"/>
            <a:ext cx="3099816" cy="384047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400" b="0">
                <a:solidFill>
                  <a:srgbClr val="232323"/>
                </a:solidFill>
                <a:latin typeface="Aptos"/>
              </a:rPr>
              <a:t>• Accuracy
• Expected Calibration Error (ECE)
• Confidence change after evidence updates
• Evidence sensitivity
• Response to conflicting evidence
• Mismatch / reliability identification</a:t>
            </a:r>
          </a:p>
        </p:txBody>
      </p:sp>
      <p:sp>
        <p:nvSpPr>
          <p:cNvPr id="11" name="Rounded Rectangle 9">
            <a:extLst>
              <a:ext uri="{FF2B5EF4-FFF2-40B4-BE49-F238E27FC236}">
                <a16:creationId xmlns:a16="http://schemas.microsoft.com/office/drawing/2014/main" id="{5EDDA279-FF75-3EBC-6170-D330001CC98A}"/>
              </a:ext>
            </a:extLst>
          </p:cNvPr>
          <p:cNvSpPr/>
          <p:nvPr/>
        </p:nvSpPr>
        <p:spPr>
          <a:xfrm>
            <a:off x="7764779" y="914400"/>
            <a:ext cx="3794760" cy="44348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12" name="TextBox 10">
            <a:extLst>
              <a:ext uri="{FF2B5EF4-FFF2-40B4-BE49-F238E27FC236}">
                <a16:creationId xmlns:a16="http://schemas.microsoft.com/office/drawing/2014/main" id="{FC14EBE4-A622-A96A-F2A1-2B821742019E}"/>
              </a:ext>
            </a:extLst>
          </p:cNvPr>
          <p:cNvSpPr txBox="1"/>
          <p:nvPr/>
        </p:nvSpPr>
        <p:spPr>
          <a:xfrm>
            <a:off x="7929371" y="1033272"/>
            <a:ext cx="346557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Experiments</a:t>
            </a:r>
          </a:p>
        </p:txBody>
      </p:sp>
      <p:sp>
        <p:nvSpPr>
          <p:cNvPr id="13" name="TextBox 11">
            <a:extLst>
              <a:ext uri="{FF2B5EF4-FFF2-40B4-BE49-F238E27FC236}">
                <a16:creationId xmlns:a16="http://schemas.microsoft.com/office/drawing/2014/main" id="{FE9A6C65-E76C-2D4C-76C0-8AAC54105A10}"/>
              </a:ext>
            </a:extLst>
          </p:cNvPr>
          <p:cNvSpPr txBox="1"/>
          <p:nvPr/>
        </p:nvSpPr>
        <p:spPr>
          <a:xfrm>
            <a:off x="7929371" y="1389888"/>
            <a:ext cx="3465576" cy="384047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400" b="0">
                <a:solidFill>
                  <a:srgbClr val="232323"/>
                </a:solidFill>
                <a:latin typeface="Aptos"/>
              </a:rPr>
              <a:t>Phase 1: Reproduce BayesAgent
Phase 2: Reliable vs. irrelevant/misleading evidence
Phase 3: Multiple evidence sources
Phase 4: Sequential evidence updates
Phase 5: Conflicting evidence
Phase 6: Ablation of evidence-quality components</a:t>
            </a:r>
          </a:p>
        </p:txBody>
      </p:sp>
      <p:sp>
        <p:nvSpPr>
          <p:cNvPr id="14" name="TextBox 12">
            <a:extLst>
              <a:ext uri="{FF2B5EF4-FFF2-40B4-BE49-F238E27FC236}">
                <a16:creationId xmlns:a16="http://schemas.microsoft.com/office/drawing/2014/main" id="{1F75D848-D485-AB0F-E15B-C10C1D4E4D27}"/>
              </a:ext>
            </a:extLst>
          </p:cNvPr>
          <p:cNvSpPr txBox="1"/>
          <p:nvPr/>
        </p:nvSpPr>
        <p:spPr>
          <a:xfrm>
            <a:off x="769620" y="5623560"/>
            <a:ext cx="10515600" cy="45720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sz="1400" b="1">
                <a:solidFill>
                  <a:srgbClr val="232323"/>
                </a:solidFill>
                <a:latin typeface="Aptos"/>
              </a:rPr>
              <a:t>Datasets: ScienceQA and A-OKVQA, followed by controlled evidence settings built from selected benchmark examples.</a:t>
            </a:r>
          </a:p>
        </p:txBody>
      </p:sp>
    </p:spTree>
    <p:extLst>
      <p:ext uri="{BB962C8B-B14F-4D97-AF65-F5344CB8AC3E}">
        <p14:creationId xmlns:p14="http://schemas.microsoft.com/office/powerpoint/2010/main" val="2453722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 name="TextBox 1">
            <a:extLst>
              <a:ext uri="{FF2B5EF4-FFF2-40B4-BE49-F238E27FC236}">
                <a16:creationId xmlns:a16="http://schemas.microsoft.com/office/drawing/2014/main" id="{DE2BDC85-B732-7324-330D-950271622F71}"/>
              </a:ext>
            </a:extLst>
          </p:cNvPr>
          <p:cNvSpPr txBox="1"/>
          <p:nvPr/>
        </p:nvSpPr>
        <p:spPr>
          <a:xfrm>
            <a:off x="632460" y="228600"/>
            <a:ext cx="10881360" cy="5029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2700" b="1">
                <a:solidFill>
                  <a:srgbClr val="232323"/>
                </a:solidFill>
                <a:latin typeface="Aptos"/>
              </a:rPr>
              <a:t>Timeline and Next Milestones</a:t>
            </a:r>
          </a:p>
        </p:txBody>
      </p:sp>
      <p:sp>
        <p:nvSpPr>
          <p:cNvPr id="5" name="TextBox 2">
            <a:extLst>
              <a:ext uri="{FF2B5EF4-FFF2-40B4-BE49-F238E27FC236}">
                <a16:creationId xmlns:a16="http://schemas.microsoft.com/office/drawing/2014/main" id="{0E696ABF-C8E7-0419-1756-DE7CBE9D262D}"/>
              </a:ext>
            </a:extLst>
          </p:cNvPr>
          <p:cNvSpPr txBox="1"/>
          <p:nvPr/>
        </p:nvSpPr>
        <p:spPr>
          <a:xfrm>
            <a:off x="11148060" y="6355080"/>
            <a:ext cx="502920" cy="2743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sz="1100" b="0">
                <a:solidFill>
                  <a:srgbClr val="646464"/>
                </a:solidFill>
                <a:latin typeface="Aptos"/>
              </a:rPr>
              <a:t>6</a:t>
            </a:r>
          </a:p>
        </p:txBody>
      </p:sp>
      <p:sp>
        <p:nvSpPr>
          <p:cNvPr id="6" name="Rounded Rectangle 3">
            <a:extLst>
              <a:ext uri="{FF2B5EF4-FFF2-40B4-BE49-F238E27FC236}">
                <a16:creationId xmlns:a16="http://schemas.microsoft.com/office/drawing/2014/main" id="{1FA428B1-693D-150F-07A0-AA655299769E}"/>
              </a:ext>
            </a:extLst>
          </p:cNvPr>
          <p:cNvSpPr/>
          <p:nvPr/>
        </p:nvSpPr>
        <p:spPr>
          <a:xfrm>
            <a:off x="541020" y="1143000"/>
            <a:ext cx="2560320" cy="32918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7" name="TextBox 4">
            <a:extLst>
              <a:ext uri="{FF2B5EF4-FFF2-40B4-BE49-F238E27FC236}">
                <a16:creationId xmlns:a16="http://schemas.microsoft.com/office/drawing/2014/main" id="{C2E929AA-4751-D085-87B7-462260A33BCE}"/>
              </a:ext>
            </a:extLst>
          </p:cNvPr>
          <p:cNvSpPr txBox="1"/>
          <p:nvPr/>
        </p:nvSpPr>
        <p:spPr>
          <a:xfrm>
            <a:off x="705612" y="1261872"/>
            <a:ext cx="223113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Phase 1 | Weeks 1–3</a:t>
            </a:r>
          </a:p>
        </p:txBody>
      </p:sp>
      <p:sp>
        <p:nvSpPr>
          <p:cNvPr id="8" name="TextBox 5">
            <a:extLst>
              <a:ext uri="{FF2B5EF4-FFF2-40B4-BE49-F238E27FC236}">
                <a16:creationId xmlns:a16="http://schemas.microsoft.com/office/drawing/2014/main" id="{40476B94-8EB5-2C45-D7DB-717FA39906B3}"/>
              </a:ext>
            </a:extLst>
          </p:cNvPr>
          <p:cNvSpPr txBox="1"/>
          <p:nvPr/>
        </p:nvSpPr>
        <p:spPr>
          <a:xfrm>
            <a:off x="705612" y="1618488"/>
            <a:ext cx="2231136" cy="1292662"/>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0" dirty="0">
                <a:solidFill>
                  <a:srgbClr val="232323"/>
                </a:solidFill>
                <a:latin typeface="Aptos"/>
              </a:rPr>
              <a:t>Understand PGM + </a:t>
            </a:r>
            <a:r>
              <a:rPr sz="1300" b="0" dirty="0" err="1">
                <a:solidFill>
                  <a:srgbClr val="232323"/>
                </a:solidFill>
                <a:latin typeface="Aptos"/>
              </a:rPr>
              <a:t>BayesAgent</a:t>
            </a:r>
            <a:r>
              <a:rPr sz="1300" b="0" dirty="0">
                <a:solidFill>
                  <a:srgbClr val="232323"/>
                </a:solidFill>
                <a:latin typeface="Aptos"/>
              </a:rPr>
              <a:t>
Define problem and gap
Status: </a:t>
            </a:r>
            <a:r>
              <a:rPr lang="en-US" sz="1300" b="0" dirty="0">
                <a:solidFill>
                  <a:srgbClr val="232323"/>
                </a:solidFill>
                <a:latin typeface="Aptos"/>
              </a:rPr>
              <a:t>About to be </a:t>
            </a:r>
            <a:r>
              <a:rPr sz="1300" b="0" dirty="0">
                <a:solidFill>
                  <a:srgbClr val="232323"/>
                </a:solidFill>
                <a:latin typeface="Aptos"/>
              </a:rPr>
              <a:t>Complete</a:t>
            </a:r>
            <a:r>
              <a:rPr lang="en-US" sz="1300" b="0" dirty="0">
                <a:solidFill>
                  <a:srgbClr val="232323"/>
                </a:solidFill>
                <a:latin typeface="Aptos"/>
              </a:rPr>
              <a:t>d</a:t>
            </a:r>
            <a:endParaRPr sz="1300" b="0" dirty="0">
              <a:solidFill>
                <a:srgbClr val="232323"/>
              </a:solidFill>
              <a:latin typeface="Aptos"/>
            </a:endParaRPr>
          </a:p>
        </p:txBody>
      </p:sp>
      <p:sp>
        <p:nvSpPr>
          <p:cNvPr id="9" name="Rounded Rectangle 6">
            <a:extLst>
              <a:ext uri="{FF2B5EF4-FFF2-40B4-BE49-F238E27FC236}">
                <a16:creationId xmlns:a16="http://schemas.microsoft.com/office/drawing/2014/main" id="{FE3AED98-F11D-73EB-BEC0-E3402A3A6453}"/>
              </a:ext>
            </a:extLst>
          </p:cNvPr>
          <p:cNvSpPr/>
          <p:nvPr/>
        </p:nvSpPr>
        <p:spPr>
          <a:xfrm>
            <a:off x="3329939" y="1143000"/>
            <a:ext cx="2560320" cy="32918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10" name="TextBox 7">
            <a:extLst>
              <a:ext uri="{FF2B5EF4-FFF2-40B4-BE49-F238E27FC236}">
                <a16:creationId xmlns:a16="http://schemas.microsoft.com/office/drawing/2014/main" id="{1658D8A3-D49A-E1A5-A367-3FCBBB690194}"/>
              </a:ext>
            </a:extLst>
          </p:cNvPr>
          <p:cNvSpPr txBox="1"/>
          <p:nvPr/>
        </p:nvSpPr>
        <p:spPr>
          <a:xfrm>
            <a:off x="3494532" y="1261872"/>
            <a:ext cx="223113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Phase 2 | Weeks 4–6</a:t>
            </a:r>
          </a:p>
        </p:txBody>
      </p:sp>
      <p:sp>
        <p:nvSpPr>
          <p:cNvPr id="11" name="TextBox 8">
            <a:extLst>
              <a:ext uri="{FF2B5EF4-FFF2-40B4-BE49-F238E27FC236}">
                <a16:creationId xmlns:a16="http://schemas.microsoft.com/office/drawing/2014/main" id="{6BD17024-E50F-8A56-6C71-1885AEC5AA7E}"/>
              </a:ext>
            </a:extLst>
          </p:cNvPr>
          <p:cNvSpPr txBox="1"/>
          <p:nvPr/>
        </p:nvSpPr>
        <p:spPr>
          <a:xfrm>
            <a:off x="3494532" y="1618488"/>
            <a:ext cx="2231136" cy="269748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0">
                <a:solidFill>
                  <a:srgbClr val="232323"/>
                </a:solidFill>
                <a:latin typeface="Aptos"/>
              </a:rPr>
              <a:t>Reproduce BayesAgent
Finalize baselines and KPIs
Status: In progress</a:t>
            </a:r>
          </a:p>
        </p:txBody>
      </p:sp>
      <p:sp>
        <p:nvSpPr>
          <p:cNvPr id="12" name="Rounded Rectangle 9">
            <a:extLst>
              <a:ext uri="{FF2B5EF4-FFF2-40B4-BE49-F238E27FC236}">
                <a16:creationId xmlns:a16="http://schemas.microsoft.com/office/drawing/2014/main" id="{27F56E1F-C5B4-ACE8-B3A4-3FAB11C0C5D9}"/>
              </a:ext>
            </a:extLst>
          </p:cNvPr>
          <p:cNvSpPr/>
          <p:nvPr/>
        </p:nvSpPr>
        <p:spPr>
          <a:xfrm>
            <a:off x="6118859" y="1143000"/>
            <a:ext cx="2560320" cy="32918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13" name="TextBox 10">
            <a:extLst>
              <a:ext uri="{FF2B5EF4-FFF2-40B4-BE49-F238E27FC236}">
                <a16:creationId xmlns:a16="http://schemas.microsoft.com/office/drawing/2014/main" id="{F4849996-BCCB-6765-6FDF-E5B3C8819275}"/>
              </a:ext>
            </a:extLst>
          </p:cNvPr>
          <p:cNvSpPr txBox="1"/>
          <p:nvPr/>
        </p:nvSpPr>
        <p:spPr>
          <a:xfrm>
            <a:off x="6283451" y="1261872"/>
            <a:ext cx="223113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Phase 3 | Weeks 7–9</a:t>
            </a:r>
          </a:p>
        </p:txBody>
      </p:sp>
      <p:sp>
        <p:nvSpPr>
          <p:cNvPr id="14" name="TextBox 11">
            <a:extLst>
              <a:ext uri="{FF2B5EF4-FFF2-40B4-BE49-F238E27FC236}">
                <a16:creationId xmlns:a16="http://schemas.microsoft.com/office/drawing/2014/main" id="{A9EFBF95-8607-234F-F8C6-46A44CA25E1D}"/>
              </a:ext>
            </a:extLst>
          </p:cNvPr>
          <p:cNvSpPr txBox="1"/>
          <p:nvPr/>
        </p:nvSpPr>
        <p:spPr>
          <a:xfrm>
            <a:off x="6283451" y="1618488"/>
            <a:ext cx="2231136" cy="269748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0">
                <a:solidFill>
                  <a:srgbClr val="232323"/>
                </a:solidFill>
                <a:latin typeface="Aptos"/>
              </a:rPr>
              <a:t>Controlled evidence experiments
Sequential + conflicting evidence
Status: Upcoming</a:t>
            </a:r>
          </a:p>
        </p:txBody>
      </p:sp>
      <p:sp>
        <p:nvSpPr>
          <p:cNvPr id="15" name="Rounded Rectangle 12">
            <a:extLst>
              <a:ext uri="{FF2B5EF4-FFF2-40B4-BE49-F238E27FC236}">
                <a16:creationId xmlns:a16="http://schemas.microsoft.com/office/drawing/2014/main" id="{9A00BDA1-CBFD-5422-2F8F-10AE906FA6BA}"/>
              </a:ext>
            </a:extLst>
          </p:cNvPr>
          <p:cNvSpPr/>
          <p:nvPr/>
        </p:nvSpPr>
        <p:spPr>
          <a:xfrm>
            <a:off x="8907780" y="1143000"/>
            <a:ext cx="2560320" cy="32918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16" name="TextBox 13">
            <a:extLst>
              <a:ext uri="{FF2B5EF4-FFF2-40B4-BE49-F238E27FC236}">
                <a16:creationId xmlns:a16="http://schemas.microsoft.com/office/drawing/2014/main" id="{4D2A522E-59BF-CFB3-7ED1-3F5316A4ACD0}"/>
              </a:ext>
            </a:extLst>
          </p:cNvPr>
          <p:cNvSpPr txBox="1"/>
          <p:nvPr/>
        </p:nvSpPr>
        <p:spPr>
          <a:xfrm>
            <a:off x="9072372" y="1261872"/>
            <a:ext cx="223113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Phase 4 | Week 10</a:t>
            </a:r>
          </a:p>
        </p:txBody>
      </p:sp>
      <p:sp>
        <p:nvSpPr>
          <p:cNvPr id="17" name="TextBox 14">
            <a:extLst>
              <a:ext uri="{FF2B5EF4-FFF2-40B4-BE49-F238E27FC236}">
                <a16:creationId xmlns:a16="http://schemas.microsoft.com/office/drawing/2014/main" id="{6079C247-15B3-F865-4324-150991552DBE}"/>
              </a:ext>
            </a:extLst>
          </p:cNvPr>
          <p:cNvSpPr txBox="1"/>
          <p:nvPr/>
        </p:nvSpPr>
        <p:spPr>
          <a:xfrm>
            <a:off x="9072372" y="1618488"/>
            <a:ext cx="2231136" cy="269748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0">
                <a:solidFill>
                  <a:srgbClr val="232323"/>
                </a:solidFill>
                <a:latin typeface="Aptos"/>
              </a:rPr>
              <a:t>Final experiments
Paper + presentation
Status: Planned</a:t>
            </a:r>
          </a:p>
        </p:txBody>
      </p:sp>
      <p:sp>
        <p:nvSpPr>
          <p:cNvPr id="18" name="TextBox 15">
            <a:extLst>
              <a:ext uri="{FF2B5EF4-FFF2-40B4-BE49-F238E27FC236}">
                <a16:creationId xmlns:a16="http://schemas.microsoft.com/office/drawing/2014/main" id="{7D8095DC-8657-15A9-C5CD-299E31DCE5DB}"/>
              </a:ext>
            </a:extLst>
          </p:cNvPr>
          <p:cNvSpPr txBox="1"/>
          <p:nvPr/>
        </p:nvSpPr>
        <p:spPr>
          <a:xfrm>
            <a:off x="723900" y="4800600"/>
            <a:ext cx="10698480" cy="41148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800" b="1">
                <a:solidFill>
                  <a:srgbClr val="BE0000"/>
                </a:solidFill>
                <a:latin typeface="Aptos"/>
              </a:rPr>
              <a:t>Immediate Next Steps</a:t>
            </a:r>
          </a:p>
        </p:txBody>
      </p:sp>
      <p:sp>
        <p:nvSpPr>
          <p:cNvPr id="19" name="TextBox 16">
            <a:extLst>
              <a:ext uri="{FF2B5EF4-FFF2-40B4-BE49-F238E27FC236}">
                <a16:creationId xmlns:a16="http://schemas.microsoft.com/office/drawing/2014/main" id="{A8843464-B876-60B1-BB99-018084F72F14}"/>
              </a:ext>
            </a:extLst>
          </p:cNvPr>
          <p:cNvSpPr txBox="1"/>
          <p:nvPr/>
        </p:nvSpPr>
        <p:spPr>
          <a:xfrm>
            <a:off x="815340" y="5303520"/>
            <a:ext cx="10332720" cy="82296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400" b="0">
                <a:solidFill>
                  <a:srgbClr val="232323"/>
                </a:solidFill>
                <a:latin typeface="Aptos"/>
              </a:rPr>
              <a:t>1. Complete BayesAgent reproduction  •  2. Verify baselines and metrics  •  3. Finalize evidence-generation protocol  •  4. Run initial reliability/conflict experiments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27" name="TextBox 1">
            <a:extLst>
              <a:ext uri="{FF2B5EF4-FFF2-40B4-BE49-F238E27FC236}">
                <a16:creationId xmlns:a16="http://schemas.microsoft.com/office/drawing/2014/main" id="{F607A108-C8A3-0B76-CB75-ADB6C2136727}"/>
              </a:ext>
            </a:extLst>
          </p:cNvPr>
          <p:cNvSpPr txBox="1"/>
          <p:nvPr/>
        </p:nvSpPr>
        <p:spPr>
          <a:xfrm>
            <a:off x="632460" y="685800"/>
            <a:ext cx="10881360" cy="5029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2700" b="1">
                <a:solidFill>
                  <a:srgbClr val="232323"/>
                </a:solidFill>
                <a:latin typeface="Aptos"/>
              </a:rPr>
              <a:t>Publication Roadmap and Expected Contribution</a:t>
            </a:r>
          </a:p>
        </p:txBody>
      </p:sp>
      <p:sp>
        <p:nvSpPr>
          <p:cNvPr id="28" name="Rounded Rectangle 3">
            <a:extLst>
              <a:ext uri="{FF2B5EF4-FFF2-40B4-BE49-F238E27FC236}">
                <a16:creationId xmlns:a16="http://schemas.microsoft.com/office/drawing/2014/main" id="{801ECC9A-F2E2-C6EA-FF8A-14671DE17D5A}"/>
              </a:ext>
            </a:extLst>
          </p:cNvPr>
          <p:cNvSpPr/>
          <p:nvPr/>
        </p:nvSpPr>
        <p:spPr>
          <a:xfrm>
            <a:off x="632460" y="1508760"/>
            <a:ext cx="3429000" cy="35204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29" name="TextBox 4">
            <a:extLst>
              <a:ext uri="{FF2B5EF4-FFF2-40B4-BE49-F238E27FC236}">
                <a16:creationId xmlns:a16="http://schemas.microsoft.com/office/drawing/2014/main" id="{83BE3DF6-A3FC-ACF0-045E-EC95D1A5001D}"/>
              </a:ext>
            </a:extLst>
          </p:cNvPr>
          <p:cNvSpPr txBox="1"/>
          <p:nvPr/>
        </p:nvSpPr>
        <p:spPr>
          <a:xfrm>
            <a:off x="797052" y="1627632"/>
            <a:ext cx="309981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Target Venue</a:t>
            </a:r>
          </a:p>
        </p:txBody>
      </p:sp>
      <p:sp>
        <p:nvSpPr>
          <p:cNvPr id="30" name="TextBox 5">
            <a:extLst>
              <a:ext uri="{FF2B5EF4-FFF2-40B4-BE49-F238E27FC236}">
                <a16:creationId xmlns:a16="http://schemas.microsoft.com/office/drawing/2014/main" id="{E13EF0C8-6FF7-627F-9C10-2BD86975E744}"/>
              </a:ext>
            </a:extLst>
          </p:cNvPr>
          <p:cNvSpPr txBox="1"/>
          <p:nvPr/>
        </p:nvSpPr>
        <p:spPr>
          <a:xfrm>
            <a:off x="797052" y="1984248"/>
            <a:ext cx="3099816" cy="292608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0">
                <a:solidFill>
                  <a:srgbClr val="232323"/>
                </a:solidFill>
                <a:latin typeface="Aptos"/>
              </a:rPr>
              <a:t>IEEE Transactions on Artificial Intelligence
Target direction:
Bayesian reasoning and uncertainty calibration for LLM agents.</a:t>
            </a:r>
          </a:p>
        </p:txBody>
      </p:sp>
      <p:sp>
        <p:nvSpPr>
          <p:cNvPr id="31" name="Rounded Rectangle 6">
            <a:extLst>
              <a:ext uri="{FF2B5EF4-FFF2-40B4-BE49-F238E27FC236}">
                <a16:creationId xmlns:a16="http://schemas.microsoft.com/office/drawing/2014/main" id="{8E319CD5-3719-E4A4-2094-AFAE47148E20}"/>
              </a:ext>
            </a:extLst>
          </p:cNvPr>
          <p:cNvSpPr/>
          <p:nvPr/>
        </p:nvSpPr>
        <p:spPr>
          <a:xfrm>
            <a:off x="4198620" y="1508760"/>
            <a:ext cx="3429000" cy="35204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32" name="TextBox 7">
            <a:extLst>
              <a:ext uri="{FF2B5EF4-FFF2-40B4-BE49-F238E27FC236}">
                <a16:creationId xmlns:a16="http://schemas.microsoft.com/office/drawing/2014/main" id="{8308550F-AE00-9741-3A87-379A893C6752}"/>
              </a:ext>
            </a:extLst>
          </p:cNvPr>
          <p:cNvSpPr txBox="1"/>
          <p:nvPr/>
        </p:nvSpPr>
        <p:spPr>
          <a:xfrm>
            <a:off x="4363212" y="1627632"/>
            <a:ext cx="309981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Expected Contribution</a:t>
            </a:r>
          </a:p>
        </p:txBody>
      </p:sp>
      <p:sp>
        <p:nvSpPr>
          <p:cNvPr id="33" name="TextBox 8">
            <a:extLst>
              <a:ext uri="{FF2B5EF4-FFF2-40B4-BE49-F238E27FC236}">
                <a16:creationId xmlns:a16="http://schemas.microsoft.com/office/drawing/2014/main" id="{371BB60E-4BA1-592C-7512-2CB78E0B942F}"/>
              </a:ext>
            </a:extLst>
          </p:cNvPr>
          <p:cNvSpPr txBox="1"/>
          <p:nvPr/>
        </p:nvSpPr>
        <p:spPr>
          <a:xfrm>
            <a:off x="4363212" y="1984248"/>
            <a:ext cx="3099816" cy="292608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400" b="0">
                <a:solidFill>
                  <a:srgbClr val="232323"/>
                </a:solidFill>
                <a:latin typeface="Aptos"/>
              </a:rPr>
              <a:t>• Reproduction of BayesAgent
• Controlled multi-source evidence setting
• Explicit study of evidence reliability and consistency
• Sequential belief/confidence evaluation
• Analysis of conflicting evidence</a:t>
            </a:r>
          </a:p>
        </p:txBody>
      </p:sp>
      <p:sp>
        <p:nvSpPr>
          <p:cNvPr id="34" name="Rounded Rectangle 9">
            <a:extLst>
              <a:ext uri="{FF2B5EF4-FFF2-40B4-BE49-F238E27FC236}">
                <a16:creationId xmlns:a16="http://schemas.microsoft.com/office/drawing/2014/main" id="{270214F2-FC7B-D720-477D-D13C34B35526}"/>
              </a:ext>
            </a:extLst>
          </p:cNvPr>
          <p:cNvSpPr/>
          <p:nvPr/>
        </p:nvSpPr>
        <p:spPr>
          <a:xfrm>
            <a:off x="7764779" y="1508760"/>
            <a:ext cx="3794760" cy="3520440"/>
          </a:xfrm>
          <a:prstGeom prst="roundRect">
            <a:avLst/>
          </a:prstGeom>
          <a:solidFill>
            <a:srgbClr val="FFFFFF"/>
          </a:solidFill>
          <a:ln w="16510">
            <a:solidFill>
              <a:srgbClr val="BE0000"/>
            </a:solidFill>
          </a:ln>
        </p:spPr>
        <p:style>
          <a:lnRef idx="1">
            <a:schemeClr val="accent1"/>
          </a:lnRef>
          <a:fillRef idx="3">
            <a:schemeClr val="accent1"/>
          </a:fillRef>
          <a:effectRef idx="2">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a:p>
        </p:txBody>
      </p:sp>
      <p:sp>
        <p:nvSpPr>
          <p:cNvPr id="35" name="TextBox 10">
            <a:extLst>
              <a:ext uri="{FF2B5EF4-FFF2-40B4-BE49-F238E27FC236}">
                <a16:creationId xmlns:a16="http://schemas.microsoft.com/office/drawing/2014/main" id="{48748CB3-8D41-4F17-C2F0-C0DFE59BF2D0}"/>
              </a:ext>
            </a:extLst>
          </p:cNvPr>
          <p:cNvSpPr txBox="1"/>
          <p:nvPr/>
        </p:nvSpPr>
        <p:spPr>
          <a:xfrm>
            <a:off x="7929371" y="1627632"/>
            <a:ext cx="3465576" cy="29260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500" b="1">
                <a:solidFill>
                  <a:srgbClr val="BE0000"/>
                </a:solidFill>
                <a:latin typeface="Aptos"/>
              </a:rPr>
              <a:t>Research Questions</a:t>
            </a:r>
          </a:p>
        </p:txBody>
      </p:sp>
      <p:sp>
        <p:nvSpPr>
          <p:cNvPr id="36" name="TextBox 11">
            <a:extLst>
              <a:ext uri="{FF2B5EF4-FFF2-40B4-BE49-F238E27FC236}">
                <a16:creationId xmlns:a16="http://schemas.microsoft.com/office/drawing/2014/main" id="{57BED852-3D08-7AB1-A61B-FC0DA705E292}"/>
              </a:ext>
            </a:extLst>
          </p:cNvPr>
          <p:cNvSpPr txBox="1"/>
          <p:nvPr/>
        </p:nvSpPr>
        <p:spPr>
          <a:xfrm>
            <a:off x="7929371" y="1984248"/>
            <a:ext cx="3465576" cy="292608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400" b="0">
                <a:solidFill>
                  <a:srgbClr val="232323"/>
                </a:solidFill>
                <a:latin typeface="Aptos"/>
              </a:rPr>
              <a:t>RQ1: Can the agent identify evidence quality?
RQ2: Does confidence update appropriately?
RQ3: How does it behave under conflict?
RQ4: Which Bayesian components improve calibration?</a:t>
            </a:r>
          </a:p>
        </p:txBody>
      </p:sp>
      <p:sp>
        <p:nvSpPr>
          <p:cNvPr id="37" name="TextBox 12">
            <a:extLst>
              <a:ext uri="{FF2B5EF4-FFF2-40B4-BE49-F238E27FC236}">
                <a16:creationId xmlns:a16="http://schemas.microsoft.com/office/drawing/2014/main" id="{B7F7F59A-F9B1-CAC0-326F-2FC978224B49}"/>
              </a:ext>
            </a:extLst>
          </p:cNvPr>
          <p:cNvSpPr txBox="1"/>
          <p:nvPr/>
        </p:nvSpPr>
        <p:spPr>
          <a:xfrm>
            <a:off x="815340" y="5440680"/>
            <a:ext cx="10424160" cy="7315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sz="1500" b="1">
                <a:solidFill>
                  <a:srgbClr val="232323"/>
                </a:solidFill>
                <a:latin typeface="Aptos"/>
              </a:rPr>
              <a:t>The project extends the BayesAgent setting rather than claiming that BayesAgent cannot handle irrelevant or mismatched evidence.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2" name="TextBox 1">
            <a:extLst>
              <a:ext uri="{FF2B5EF4-FFF2-40B4-BE49-F238E27FC236}">
                <a16:creationId xmlns:a16="http://schemas.microsoft.com/office/drawing/2014/main" id="{9377F93C-7DDF-222D-8BFD-2CB0D6CC2FD0}"/>
              </a:ext>
            </a:extLst>
          </p:cNvPr>
          <p:cNvSpPr txBox="1"/>
          <p:nvPr/>
        </p:nvSpPr>
        <p:spPr>
          <a:xfrm>
            <a:off x="586740" y="228600"/>
            <a:ext cx="10881360" cy="5029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2700" b="1">
                <a:solidFill>
                  <a:srgbClr val="232323"/>
                </a:solidFill>
                <a:latin typeface="Aptos"/>
              </a:rPr>
              <a:t>References</a:t>
            </a:r>
          </a:p>
        </p:txBody>
      </p:sp>
      <p:sp>
        <p:nvSpPr>
          <p:cNvPr id="3" name="TextBox 2">
            <a:extLst>
              <a:ext uri="{FF2B5EF4-FFF2-40B4-BE49-F238E27FC236}">
                <a16:creationId xmlns:a16="http://schemas.microsoft.com/office/drawing/2014/main" id="{06F3AD16-2CFF-5204-C6E1-CBC401626E54}"/>
              </a:ext>
            </a:extLst>
          </p:cNvPr>
          <p:cNvSpPr txBox="1"/>
          <p:nvPr/>
        </p:nvSpPr>
        <p:spPr>
          <a:xfrm>
            <a:off x="11102340" y="6355080"/>
            <a:ext cx="502920" cy="274320"/>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sz="1100" b="0">
                <a:solidFill>
                  <a:srgbClr val="646464"/>
                </a:solidFill>
                <a:latin typeface="Aptos"/>
              </a:rPr>
              <a:t>8</a:t>
            </a:r>
          </a:p>
        </p:txBody>
      </p:sp>
      <p:sp>
        <p:nvSpPr>
          <p:cNvPr id="4" name="TextBox 3">
            <a:extLst>
              <a:ext uri="{FF2B5EF4-FFF2-40B4-BE49-F238E27FC236}">
                <a16:creationId xmlns:a16="http://schemas.microsoft.com/office/drawing/2014/main" id="{DFDE91CB-E5BD-65AC-4238-F4B43822A94C}"/>
              </a:ext>
            </a:extLst>
          </p:cNvPr>
          <p:cNvSpPr txBox="1"/>
          <p:nvPr/>
        </p:nvSpPr>
        <p:spPr>
          <a:xfrm>
            <a:off x="769620" y="1005840"/>
            <a:ext cx="10515600" cy="3785652"/>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600" b="0" dirty="0">
                <a:solidFill>
                  <a:srgbClr val="232323"/>
                </a:solidFill>
                <a:latin typeface="Aptos"/>
              </a:rPr>
              <a:t>[1] H. Huang et al., "</a:t>
            </a:r>
            <a:r>
              <a:rPr sz="1600" b="0" dirty="0" err="1">
                <a:solidFill>
                  <a:srgbClr val="232323"/>
                </a:solidFill>
                <a:latin typeface="Aptos"/>
              </a:rPr>
              <a:t>BayesAgent</a:t>
            </a:r>
            <a:r>
              <a:rPr sz="1600" b="0" dirty="0">
                <a:solidFill>
                  <a:srgbClr val="232323"/>
                </a:solidFill>
                <a:latin typeface="Aptos"/>
              </a:rPr>
              <a:t>: Bayesian Agentic Reasoning Under Uncertainty via Verbalized Probabilistic Graphical Modeling," AAAI, 2026.
[2] J. Wei et al., "Chain-of-Thought Prompting Elicits Reasoning in Large Language Models," </a:t>
            </a:r>
            <a:r>
              <a:rPr sz="1600" b="0" dirty="0" err="1">
                <a:solidFill>
                  <a:srgbClr val="232323"/>
                </a:solidFill>
                <a:latin typeface="Aptos"/>
              </a:rPr>
              <a:t>NeurIPS</a:t>
            </a:r>
            <a:r>
              <a:rPr sz="1600" b="0" dirty="0">
                <a:solidFill>
                  <a:srgbClr val="232323"/>
                </a:solidFill>
                <a:latin typeface="Aptos"/>
              </a:rPr>
              <a:t>, 2022.
[3] C. Guo et al., "On Calibration of Modern Neural Networks," ICML, 2017.
[4] P. Lu et al., "Learn to Explain: Multimodal Reasoning via Thought Chains for Science Question Answering," </a:t>
            </a:r>
            <a:r>
              <a:rPr sz="1600" b="0" dirty="0" err="1">
                <a:solidFill>
                  <a:srgbClr val="232323"/>
                </a:solidFill>
                <a:latin typeface="Aptos"/>
              </a:rPr>
              <a:t>NeurIPS</a:t>
            </a:r>
            <a:r>
              <a:rPr sz="1600" b="0" dirty="0">
                <a:solidFill>
                  <a:srgbClr val="232323"/>
                </a:solidFill>
                <a:latin typeface="Aptos"/>
              </a:rPr>
              <a:t>, 2022.
[5] A. Xiong et al., "Can LLMs Express Their Uncertainty? An Empirical Evaluation of Confidence Elicitation," 2023.
[6] Qiu et al., "Bayesian Teaching Enables Probabilistic Reasoning in LLMs," Nature Communications, 2026.
[7] Microsoft Research, "Is In-Context Learning in Large Language Models Bayesian? A Martingale Perspective."</a:t>
            </a:r>
          </a:p>
        </p:txBody>
      </p:sp>
    </p:spTree>
  </p:cSld>
  <p:clrMapOvr>
    <a:masterClrMapping/>
  </p:clrMapOvr>
</p:sld>
</file>

<file path=ppt/theme/theme1.xml><?xml version="1.0" encoding="utf-8"?>
<a:theme xmlns:a="http://schemas.openxmlformats.org/drawingml/2006/main" name="Office Theme">
  <a:themeElements>
    <a:clrScheme name="Ahmedabad University ">
      <a:dk1>
        <a:srgbClr val="000000"/>
      </a:dk1>
      <a:lt1>
        <a:srgbClr val="FFFFFF"/>
      </a:lt1>
      <a:dk2>
        <a:srgbClr val="7D1916"/>
      </a:dk2>
      <a:lt2>
        <a:srgbClr val="F2F1EE"/>
      </a:lt2>
      <a:accent1>
        <a:srgbClr val="894C00"/>
      </a:accent1>
      <a:accent2>
        <a:srgbClr val="7F4700"/>
      </a:accent2>
      <a:accent3>
        <a:srgbClr val="A5A5A5"/>
      </a:accent3>
      <a:accent4>
        <a:srgbClr val="BC933E"/>
      </a:accent4>
      <a:accent5>
        <a:srgbClr val="000000"/>
      </a:accent5>
      <a:accent6>
        <a:srgbClr val="FEFFFF"/>
      </a:accent6>
      <a:hlink>
        <a:srgbClr val="000000"/>
      </a:hlink>
      <a:folHlink>
        <a:srgbClr val="FE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10694</TotalTime>
  <Words>1043</Words>
  <Application>Microsoft Office PowerPoint</Application>
  <PresentationFormat>Widescreen</PresentationFormat>
  <Paragraphs>67</Paragraphs>
  <Slides>8</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Helvetica Neue Light</vt:lpstr>
      <vt:lpstr>Times New Roman</vt:lpstr>
      <vt:lpstr>Arial</vt:lpstr>
      <vt:lpstr>Calibri</vt:lpstr>
      <vt:lpstr>Helvetica Neue</vt:lpstr>
      <vt:lpstr>Aptos</vt:lpstr>
      <vt:lpstr>Office Theme</vt:lpstr>
      <vt:lpstr>Student: Dhvanit Mahesuriya (AU2440039) Programme: B.Tech CSE Domain: Bayesian LLM reasoning Date: 15th September 2026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Mentor      : Prof. Dhaval Patel                                               Student      : Dhvanit Mahesuriya</dc:title>
  <dc:creator>Microsoft Office User</dc:creator>
  <cp:lastModifiedBy>Dhvanit Mahesuriya</cp:lastModifiedBy>
  <cp:revision>80</cp:revision>
  <dcterms:created xsi:type="dcterms:W3CDTF">2019-05-10T05:56:50Z</dcterms:created>
  <dcterms:modified xsi:type="dcterms:W3CDTF">2026-09-14T23:32:07Z</dcterms:modified>
</cp:coreProperties>
</file>